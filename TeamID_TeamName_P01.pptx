
<file path=[Content_Types].xml><?xml version="1.0" encoding="utf-8"?>
<Types xmlns="http://schemas.openxmlformats.org/package/2006/content-types">
  <Default Extension="fntdata" ContentType="application/x-fontdata"/>
  <Default Extension="jpg" ContentType="image/jpeg"/>
  <Default Extension="png" ContentType="image/png"/>
  <Default Extension="rels" ContentType="application/vnd.openxmlformats-package.relationships+xml"/>
  <Default Extension="xml" ContentType="application/xml"/>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2.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s>
</file>

<file path=ppt/presentation.xml><?xml version="1.0" encoding="utf-8"?>
<p:presentation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autoCompressPictures="0" embedTrueTypeFonts="1" strictFirstAndLastChars="0" saveSubsetFonts="1">
  <p:sldMasterIdLst>
    <p:sldMasterId id="2147483659" r:id="rId4"/>
  </p:sldMasterIdLst>
  <p:notesMasterIdLst>
    <p:notesMasterId r:id="rId5"/>
  </p:notesMasterIdLst>
  <p:sldIdLst>
    <p:sldId id="256" r:id="rId6"/>
    <p:sldId id="257" r:id="rId7"/>
    <p:sldId id="258" r:id="rId8"/>
    <p:sldId id="259" r:id="rId9"/>
    <p:sldId id="260" r:id="rId10"/>
  </p:sldIdLst>
  <p:sldSz cy="5143500" cx="9144000"/>
  <p:notesSz cx="6858000" cy="9144000"/>
  <p:embeddedFontLst>
    <p:embeddedFont>
      <p:font typeface="Roboto Mono"/>
      <p:regular r:id="rId11"/>
      <p:bold r:id="rId12"/>
      <p:italic r:id="rId13"/>
      <p:boldItalic r:id="rId14"/>
    </p:embeddedFont>
  </p:embeddedFontLst>
  <p:defaultText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defaultTextStyle>
  <p:extLst>
    <p:ext uri="{EFAFB233-063F-42B5-8137-9DF3F51BA10A}">
      <p15:sldGuideLst>
        <p15:guide id="1" orient="horz" pos="1620">
          <p15:clr>
            <a:srgbClr val="747775"/>
          </p15:clr>
        </p15:guide>
        <p15:guide id="2" pos="2880">
          <p15:clr>
            <a:srgbClr val="747775"/>
          </p15:clr>
        </p15:guide>
      </p15:sldGuideLst>
    </p:ext>
  </p:extLst>
</p:presentation>
</file>

<file path=ppt/presProps.xml><?xml version="1.0" encoding="utf-8"?>
<p:presentation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file>

<file path=ppt/viewProps.xml><?xml version="1.0" encoding="utf-8"?>
<p:viewP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Comments="0">
  <p:slideViewPr>
    <p:cSldViewPr snapToGrid="0">
      <p:cViewPr varScale="1">
        <p:scale>
          <a:sx n="100" d="100"/>
          <a:sy n="100" d="100"/>
        </p:scale>
        <p:origin x="0" y="0"/>
      </p:cViewPr>
      <p:guideLst>
        <p:guide pos="1620" orient="horz"/>
        <p:guide pos="2880"/>
      </p:guideLst>
    </p:cSldViewPr>
  </p:slideViewPr>
</p:viewPr>
</file>

<file path=ppt/_rels/presentation.xml.rels><?xml version='1.0' encoding='UTF-8' standalone='yes'?>
<Relationships xmlns="http://schemas.openxmlformats.org/package/2006/relationships"><Relationship Id="rId1" Type="http://schemas.openxmlformats.org/officeDocument/2006/relationships/theme" Target="theme/theme1.xml"/><Relationship Id="rId2" Type="http://schemas.openxmlformats.org/officeDocument/2006/relationships/viewProps" Target="viewProps.xml"/><Relationship Id="rId3" Type="http://schemas.openxmlformats.org/officeDocument/2006/relationships/presProps" Target="presProps.xml"/><Relationship Id="rId4" Type="http://schemas.openxmlformats.org/officeDocument/2006/relationships/slideMaster" Target="slideMasters/slideMaster1.xml"/><Relationship Id="rId5" Type="http://schemas.openxmlformats.org/officeDocument/2006/relationships/notesMaster" Target="notesMasters/notesMaster1.xml"/><Relationship Id="rId6" Type="http://schemas.openxmlformats.org/officeDocument/2006/relationships/slide" Target="slides/slide1.xml"/><Relationship Id="rId7" Type="http://schemas.openxmlformats.org/officeDocument/2006/relationships/slide" Target="slides/slide2.xml"/><Relationship Id="rId8" Type="http://schemas.openxmlformats.org/officeDocument/2006/relationships/slide" Target="slides/slide3.xml"/><Relationship Id="rId9" Type="http://schemas.openxmlformats.org/officeDocument/2006/relationships/slide" Target="slides/slide4.xml"/><Relationship Id="rId10" Type="http://schemas.openxmlformats.org/officeDocument/2006/relationships/slide" Target="slides/slide5.xml"/><Relationship Id="rId11" Type="http://schemas.openxmlformats.org/officeDocument/2006/relationships/font" Target="fonts/RobotoMono-regular.fntdata"/><Relationship Id="rId12" Type="http://schemas.openxmlformats.org/officeDocument/2006/relationships/font" Target="fonts/RobotoMono-bold.fntdata"/><Relationship Id="rId13" Type="http://schemas.openxmlformats.org/officeDocument/2006/relationships/font" Target="fonts/RobotoMono-italic.fntdata"/><Relationship Id="rId14" Type="http://schemas.openxmlformats.org/officeDocument/2006/relationships/font" Target="fonts/RobotoMono-boldItalic.fntdata"/></Relationships>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2" name="Shape 2"/>
        <p:cNvGrpSpPr/>
        <p:nvPr/>
      </p:nvGrpSpPr>
      <p:grpSpPr>
        <a:xfrm>
          <a:off x="0" y="0"/>
          <a:ext cx="0" cy="0"/>
          <a:chOff x="0" y="0"/>
          <a:chExt cx="0" cy="0"/>
        </a:xfrm>
      </p:grpSpPr>
      <p:sp>
        <p:nvSpPr>
          <p:cNvPr id="3" name="Google Shape;3;n"/>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a:noFill/>
          <a:ln cap="flat" cmpd="sng" w="9525">
            <a:solidFill>
              <a:srgbClr val="000000"/>
            </a:solidFill>
            <a:prstDash val="solid"/>
            <a:round/>
            <a:headEnd len="sm" w="sm" type="none"/>
            <a:tailEnd len="sm" w="sm" type="none"/>
          </a:ln>
        </p:spPr>
      </p:sp>
      <p:sp>
        <p:nvSpPr>
          <p:cNvPr id="4" name="Google Shape;4;n"/>
          <p:cNvSpPr txBox="1"/>
          <p:nvPr>
            <p:ph idx="1" type="body"/>
          </p:nvPr>
        </p:nvSpPr>
        <p:spPr>
          <a:xfrm>
            <a:off x="685800" y="4343400"/>
            <a:ext cx="5486400" cy="4114800"/>
          </a:xfrm>
          <a:prstGeom prst="rect">
            <a:avLst/>
          </a:prstGeom>
          <a:noFill/>
          <a:ln>
            <a:noFill/>
          </a:ln>
        </p:spPr>
        <p:txBody>
          <a:bodyPr anchorCtr="0" anchor="t" bIns="91425" lIns="91425" spcFirstLastPara="1" rIns="91425" wrap="square" tIns="91425">
            <a:noAutofit/>
          </a:bodyPr>
          <a:lstStyle>
            <a:lvl1pPr indent="-298450" lvl="0" marL="457200">
              <a:spcBef>
                <a:spcPts val="0"/>
              </a:spcBef>
              <a:spcAft>
                <a:spcPts val="0"/>
              </a:spcAft>
              <a:buSzPts val="1100"/>
              <a:buChar char="●"/>
              <a:defRPr sz="1100"/>
            </a:lvl1pPr>
            <a:lvl2pPr indent="-298450" lvl="1" marL="914400">
              <a:spcBef>
                <a:spcPts val="0"/>
              </a:spcBef>
              <a:spcAft>
                <a:spcPts val="0"/>
              </a:spcAft>
              <a:buSzPts val="1100"/>
              <a:buChar char="○"/>
              <a:defRPr sz="1100"/>
            </a:lvl2pPr>
            <a:lvl3pPr indent="-298450" lvl="2" marL="1371600">
              <a:spcBef>
                <a:spcPts val="0"/>
              </a:spcBef>
              <a:spcAft>
                <a:spcPts val="0"/>
              </a:spcAft>
              <a:buSzPts val="1100"/>
              <a:buChar char="■"/>
              <a:defRPr sz="1100"/>
            </a:lvl3pPr>
            <a:lvl4pPr indent="-298450" lvl="3" marL="1828800">
              <a:spcBef>
                <a:spcPts val="0"/>
              </a:spcBef>
              <a:spcAft>
                <a:spcPts val="0"/>
              </a:spcAft>
              <a:buSzPts val="1100"/>
              <a:buChar char="●"/>
              <a:defRPr sz="1100"/>
            </a:lvl4pPr>
            <a:lvl5pPr indent="-298450" lvl="4" marL="2286000">
              <a:spcBef>
                <a:spcPts val="0"/>
              </a:spcBef>
              <a:spcAft>
                <a:spcPts val="0"/>
              </a:spcAft>
              <a:buSzPts val="1100"/>
              <a:buChar char="○"/>
              <a:defRPr sz="1100"/>
            </a:lvl5pPr>
            <a:lvl6pPr indent="-298450" lvl="5" marL="2743200">
              <a:spcBef>
                <a:spcPts val="0"/>
              </a:spcBef>
              <a:spcAft>
                <a:spcPts val="0"/>
              </a:spcAft>
              <a:buSzPts val="1100"/>
              <a:buChar char="■"/>
              <a:defRPr sz="1100"/>
            </a:lvl6pPr>
            <a:lvl7pPr indent="-298450" lvl="6" marL="3200400">
              <a:spcBef>
                <a:spcPts val="0"/>
              </a:spcBef>
              <a:spcAft>
                <a:spcPts val="0"/>
              </a:spcAft>
              <a:buSzPts val="1100"/>
              <a:buChar char="●"/>
              <a:defRPr sz="1100"/>
            </a:lvl7pPr>
            <a:lvl8pPr indent="-298450" lvl="7" marL="3657600">
              <a:spcBef>
                <a:spcPts val="0"/>
              </a:spcBef>
              <a:spcAft>
                <a:spcPts val="0"/>
              </a:spcAft>
              <a:buSzPts val="1100"/>
              <a:buChar char="○"/>
              <a:defRPr sz="1100"/>
            </a:lvl8pPr>
            <a:lvl9pPr indent="-298450" lvl="8" marL="4114800">
              <a:spcBef>
                <a:spcPts val="0"/>
              </a:spcBef>
              <a:spcAft>
                <a:spcPts val="0"/>
              </a:spcAft>
              <a:buSzPts val="1100"/>
              <a:buChar char="■"/>
              <a:defRPr sz="1100"/>
            </a:lvl9pPr>
          </a:lstStyle>
          <a:p/>
        </p:txBody>
      </p:sp>
    </p:spTree>
  </p:cSld>
  <p:clrMap accent1="accent1" accent2="accent2" accent3="accent3" accent4="accent4" accent5="accent5" accent6="accent6" bg1="lt1" bg2="dk2" tx1="dk1" tx2="lt2" folHlink="folHlink" hlink="hlink"/>
  <p:notes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notesStyle>
</p:notesMaster>
</file>

<file path=ppt/notesSlides/_rels/notesSlide1.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2.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3.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4.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_rels/notesSlide5.xml.rels><?xml version='1.0' encoding='UTF-8' standalone='yes'?>
<Relationships xmlns="http://schemas.openxmlformats.org/package/2006/relationships"><Relationship Id="rId1" Type="http://schemas.openxmlformats.org/officeDocument/2006/relationships/notesMaster" Target="../notesMasters/notesMaster1.xml"/></Relationships>
</file>

<file path=ppt/notesSlides/notesSlide1.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0" name="Shape 50"/>
        <p:cNvGrpSpPr/>
        <p:nvPr/>
      </p:nvGrpSpPr>
      <p:grpSpPr>
        <a:xfrm>
          <a:off x="0" y="0"/>
          <a:ext cx="0" cy="0"/>
          <a:chOff x="0" y="0"/>
          <a:chExt cx="0" cy="0"/>
        </a:xfrm>
      </p:grpSpPr>
      <p:sp>
        <p:nvSpPr>
          <p:cNvPr id="51" name="Google Shape;51;p:notes"/>
          <p:cNvSpPr/>
          <p:nvPr>
            <p:ph idx="2" type="sldImg"/>
          </p:nvPr>
        </p:nvSpPr>
        <p:spPr>
          <a:xfrm>
            <a:off x="381300" y="685800"/>
            <a:ext cx="6096075" cy="3429000"/>
          </a:xfrm>
          <a:custGeom>
            <a:rect b="b" l="l" r="r" t="t"/>
            <a:pathLst>
              <a:path extrusionOk="0" h="120000" w="120000">
                <a:moveTo>
                  <a:pt x="0" y="0"/>
                </a:moveTo>
                <a:lnTo>
                  <a:pt x="120000" y="0"/>
                </a:lnTo>
                <a:lnTo>
                  <a:pt x="120000" y="120000"/>
                </a:lnTo>
                <a:lnTo>
                  <a:pt x="0" y="120000"/>
                </a:lnTo>
                <a:close/>
              </a:path>
            </a:pathLst>
          </a:custGeom>
        </p:spPr>
      </p:sp>
      <p:sp>
        <p:nvSpPr>
          <p:cNvPr id="52" name="Google Shape;52;p: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2.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57" name="Shape 57"/>
        <p:cNvGrpSpPr/>
        <p:nvPr/>
      </p:nvGrpSpPr>
      <p:grpSpPr>
        <a:xfrm>
          <a:off x="0" y="0"/>
          <a:ext cx="0" cy="0"/>
          <a:chOff x="0" y="0"/>
          <a:chExt cx="0" cy="0"/>
        </a:xfrm>
      </p:grpSpPr>
      <p:sp>
        <p:nvSpPr>
          <p:cNvPr id="58" name="Google Shape;58;g3faf6f2e33e_1_1: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59" name="Google Shape;59;g3faf6f2e33e_1_1: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3.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64" name="Shape 64"/>
        <p:cNvGrpSpPr/>
        <p:nvPr/>
      </p:nvGrpSpPr>
      <p:grpSpPr>
        <a:xfrm>
          <a:off x="0" y="0"/>
          <a:ext cx="0" cy="0"/>
          <a:chOff x="0" y="0"/>
          <a:chExt cx="0" cy="0"/>
        </a:xfrm>
      </p:grpSpPr>
      <p:sp>
        <p:nvSpPr>
          <p:cNvPr id="65" name="Google Shape;65;g3faf6f2e33e_1_7: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66" name="Google Shape;66;g3faf6f2e33e_1_7: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4.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1" name="Shape 71"/>
        <p:cNvGrpSpPr/>
        <p:nvPr/>
      </p:nvGrpSpPr>
      <p:grpSpPr>
        <a:xfrm>
          <a:off x="0" y="0"/>
          <a:ext cx="0" cy="0"/>
          <a:chOff x="0" y="0"/>
          <a:chExt cx="0" cy="0"/>
        </a:xfrm>
      </p:grpSpPr>
      <p:sp>
        <p:nvSpPr>
          <p:cNvPr id="72" name="Google Shape;72;g3faf6f2e33e_1_13: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73" name="Google Shape;73;g3faf6f2e33e_1_13: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notesSlides/notesSlide5.xml><?xml version="1.0" encoding="utf-8"?>
<p:notes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showMasterPhAnim="0" showMasterSp="0">
  <p:cSld>
    <p:spTree>
      <p:nvGrpSpPr>
        <p:cNvPr id="78" name="Shape 78"/>
        <p:cNvGrpSpPr/>
        <p:nvPr/>
      </p:nvGrpSpPr>
      <p:grpSpPr>
        <a:xfrm>
          <a:off x="0" y="0"/>
          <a:ext cx="0" cy="0"/>
          <a:chOff x="0" y="0"/>
          <a:chExt cx="0" cy="0"/>
        </a:xfrm>
      </p:grpSpPr>
      <p:sp>
        <p:nvSpPr>
          <p:cNvPr id="79" name="Google Shape;79;g3faf6f2e33e_1_19:notes"/>
          <p:cNvSpPr/>
          <p:nvPr>
            <p:ph idx="2" type="sldImg"/>
          </p:nvPr>
        </p:nvSpPr>
        <p:spPr>
          <a:xfrm>
            <a:off x="381300" y="685800"/>
            <a:ext cx="6096000" cy="3429000"/>
          </a:xfrm>
          <a:custGeom>
            <a:rect b="b" l="l" r="r" t="t"/>
            <a:pathLst>
              <a:path extrusionOk="0" h="120000" w="120000">
                <a:moveTo>
                  <a:pt x="0" y="0"/>
                </a:moveTo>
                <a:lnTo>
                  <a:pt x="120000" y="0"/>
                </a:lnTo>
                <a:lnTo>
                  <a:pt x="120000" y="120000"/>
                </a:lnTo>
                <a:lnTo>
                  <a:pt x="0" y="120000"/>
                </a:lnTo>
                <a:close/>
              </a:path>
            </a:pathLst>
          </a:custGeom>
        </p:spPr>
      </p:sp>
      <p:sp>
        <p:nvSpPr>
          <p:cNvPr id="80" name="Google Shape;80;g3faf6f2e33e_1_19:notes"/>
          <p:cNvSpPr txBox="1"/>
          <p:nvPr>
            <p:ph idx="1" type="body"/>
          </p:nvPr>
        </p:nvSpPr>
        <p:spPr>
          <a:xfrm>
            <a:off x="685800" y="4343400"/>
            <a:ext cx="5486400" cy="4114800"/>
          </a:xfrm>
          <a:prstGeom prst="rect">
            <a:avLst/>
          </a:prstGeom>
        </p:spPr>
        <p:txBody>
          <a:bodyPr anchorCtr="0" anchor="t" bIns="91425" lIns="91425" spcFirstLastPara="1" rIns="91425" wrap="square" tIns="91425">
            <a:noAutofit/>
          </a:bodyPr>
          <a:lstStyle/>
          <a:p>
            <a:pPr indent="0" lvl="0" marL="0" rtl="0" algn="l">
              <a:spcBef>
                <a:spcPts val="0"/>
              </a:spcBef>
              <a:spcAft>
                <a:spcPts val="0"/>
              </a:spcAft>
              <a:buNone/>
            </a:pPr>
            <a:r>
              <a:t/>
            </a:r>
            <a:endParaRPr/>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slide" type="title">
  <p:cSld name="TITLE">
    <p:spTree>
      <p:nvGrpSpPr>
        <p:cNvPr id="9" name="Shape 9"/>
        <p:cNvGrpSpPr/>
        <p:nvPr/>
      </p:nvGrpSpPr>
      <p:grpSpPr>
        <a:xfrm>
          <a:off x="0" y="0"/>
          <a:ext cx="0" cy="0"/>
          <a:chOff x="0" y="0"/>
          <a:chExt cx="0" cy="0"/>
        </a:xfrm>
      </p:grpSpPr>
      <p:sp>
        <p:nvSpPr>
          <p:cNvPr id="10" name="Google Shape;10;p2"/>
          <p:cNvSpPr txBox="1"/>
          <p:nvPr>
            <p:ph type="ctrTitle"/>
          </p:nvPr>
        </p:nvSpPr>
        <p:spPr>
          <a:xfrm>
            <a:off x="311708" y="744575"/>
            <a:ext cx="8520600" cy="2052600"/>
          </a:xfrm>
          <a:prstGeom prst="rect">
            <a:avLst/>
          </a:prstGeom>
        </p:spPr>
        <p:txBody>
          <a:bodyPr anchorCtr="0" anchor="b" bIns="91425" lIns="91425" spcFirstLastPara="1" rIns="91425" wrap="square" tIns="91425">
            <a:normAutofit/>
          </a:bodyPr>
          <a:lstStyle>
            <a:lvl1pPr lvl="0" algn="ctr">
              <a:spcBef>
                <a:spcPts val="0"/>
              </a:spcBef>
              <a:spcAft>
                <a:spcPts val="0"/>
              </a:spcAft>
              <a:buSzPts val="5200"/>
              <a:buNone/>
              <a:defRPr sz="5200"/>
            </a:lvl1pPr>
            <a:lvl2pPr lvl="1" algn="ctr">
              <a:spcBef>
                <a:spcPts val="0"/>
              </a:spcBef>
              <a:spcAft>
                <a:spcPts val="0"/>
              </a:spcAft>
              <a:buSzPts val="5200"/>
              <a:buNone/>
              <a:defRPr sz="5200"/>
            </a:lvl2pPr>
            <a:lvl3pPr lvl="2" algn="ctr">
              <a:spcBef>
                <a:spcPts val="0"/>
              </a:spcBef>
              <a:spcAft>
                <a:spcPts val="0"/>
              </a:spcAft>
              <a:buSzPts val="5200"/>
              <a:buNone/>
              <a:defRPr sz="5200"/>
            </a:lvl3pPr>
            <a:lvl4pPr lvl="3" algn="ctr">
              <a:spcBef>
                <a:spcPts val="0"/>
              </a:spcBef>
              <a:spcAft>
                <a:spcPts val="0"/>
              </a:spcAft>
              <a:buSzPts val="5200"/>
              <a:buNone/>
              <a:defRPr sz="5200"/>
            </a:lvl4pPr>
            <a:lvl5pPr lvl="4" algn="ctr">
              <a:spcBef>
                <a:spcPts val="0"/>
              </a:spcBef>
              <a:spcAft>
                <a:spcPts val="0"/>
              </a:spcAft>
              <a:buSzPts val="5200"/>
              <a:buNone/>
              <a:defRPr sz="5200"/>
            </a:lvl5pPr>
            <a:lvl6pPr lvl="5" algn="ctr">
              <a:spcBef>
                <a:spcPts val="0"/>
              </a:spcBef>
              <a:spcAft>
                <a:spcPts val="0"/>
              </a:spcAft>
              <a:buSzPts val="5200"/>
              <a:buNone/>
              <a:defRPr sz="5200"/>
            </a:lvl6pPr>
            <a:lvl7pPr lvl="6" algn="ctr">
              <a:spcBef>
                <a:spcPts val="0"/>
              </a:spcBef>
              <a:spcAft>
                <a:spcPts val="0"/>
              </a:spcAft>
              <a:buSzPts val="5200"/>
              <a:buNone/>
              <a:defRPr sz="5200"/>
            </a:lvl7pPr>
            <a:lvl8pPr lvl="7" algn="ctr">
              <a:spcBef>
                <a:spcPts val="0"/>
              </a:spcBef>
              <a:spcAft>
                <a:spcPts val="0"/>
              </a:spcAft>
              <a:buSzPts val="5200"/>
              <a:buNone/>
              <a:defRPr sz="5200"/>
            </a:lvl8pPr>
            <a:lvl9pPr lvl="8" algn="ctr">
              <a:spcBef>
                <a:spcPts val="0"/>
              </a:spcBef>
              <a:spcAft>
                <a:spcPts val="0"/>
              </a:spcAft>
              <a:buSzPts val="5200"/>
              <a:buNone/>
              <a:defRPr sz="5200"/>
            </a:lvl9pPr>
          </a:lstStyle>
          <a:p/>
        </p:txBody>
      </p:sp>
      <p:sp>
        <p:nvSpPr>
          <p:cNvPr id="11" name="Google Shape;11;p2"/>
          <p:cNvSpPr txBox="1"/>
          <p:nvPr>
            <p:ph idx="1" type="subTitle"/>
          </p:nvPr>
        </p:nvSpPr>
        <p:spPr>
          <a:xfrm>
            <a:off x="311700" y="2834125"/>
            <a:ext cx="8520600" cy="7926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800"/>
              <a:buNone/>
              <a:defRPr sz="2800"/>
            </a:lvl1pPr>
            <a:lvl2pPr lvl="1" algn="ctr">
              <a:lnSpc>
                <a:spcPct val="100000"/>
              </a:lnSpc>
              <a:spcBef>
                <a:spcPts val="0"/>
              </a:spcBef>
              <a:spcAft>
                <a:spcPts val="0"/>
              </a:spcAft>
              <a:buSzPts val="2800"/>
              <a:buNone/>
              <a:defRPr sz="2800"/>
            </a:lvl2pPr>
            <a:lvl3pPr lvl="2" algn="ctr">
              <a:lnSpc>
                <a:spcPct val="100000"/>
              </a:lnSpc>
              <a:spcBef>
                <a:spcPts val="0"/>
              </a:spcBef>
              <a:spcAft>
                <a:spcPts val="0"/>
              </a:spcAft>
              <a:buSzPts val="2800"/>
              <a:buNone/>
              <a:defRPr sz="2800"/>
            </a:lvl3pPr>
            <a:lvl4pPr lvl="3" algn="ctr">
              <a:lnSpc>
                <a:spcPct val="100000"/>
              </a:lnSpc>
              <a:spcBef>
                <a:spcPts val="0"/>
              </a:spcBef>
              <a:spcAft>
                <a:spcPts val="0"/>
              </a:spcAft>
              <a:buSzPts val="2800"/>
              <a:buNone/>
              <a:defRPr sz="2800"/>
            </a:lvl4pPr>
            <a:lvl5pPr lvl="4" algn="ctr">
              <a:lnSpc>
                <a:spcPct val="100000"/>
              </a:lnSpc>
              <a:spcBef>
                <a:spcPts val="0"/>
              </a:spcBef>
              <a:spcAft>
                <a:spcPts val="0"/>
              </a:spcAft>
              <a:buSzPts val="2800"/>
              <a:buNone/>
              <a:defRPr sz="2800"/>
            </a:lvl5pPr>
            <a:lvl6pPr lvl="5" algn="ctr">
              <a:lnSpc>
                <a:spcPct val="100000"/>
              </a:lnSpc>
              <a:spcBef>
                <a:spcPts val="0"/>
              </a:spcBef>
              <a:spcAft>
                <a:spcPts val="0"/>
              </a:spcAft>
              <a:buSzPts val="2800"/>
              <a:buNone/>
              <a:defRPr sz="2800"/>
            </a:lvl6pPr>
            <a:lvl7pPr lvl="6" algn="ctr">
              <a:lnSpc>
                <a:spcPct val="100000"/>
              </a:lnSpc>
              <a:spcBef>
                <a:spcPts val="0"/>
              </a:spcBef>
              <a:spcAft>
                <a:spcPts val="0"/>
              </a:spcAft>
              <a:buSzPts val="2800"/>
              <a:buNone/>
              <a:defRPr sz="2800"/>
            </a:lvl7pPr>
            <a:lvl8pPr lvl="7" algn="ctr">
              <a:lnSpc>
                <a:spcPct val="100000"/>
              </a:lnSpc>
              <a:spcBef>
                <a:spcPts val="0"/>
              </a:spcBef>
              <a:spcAft>
                <a:spcPts val="0"/>
              </a:spcAft>
              <a:buSzPts val="2800"/>
              <a:buNone/>
              <a:defRPr sz="2800"/>
            </a:lvl8pPr>
            <a:lvl9pPr lvl="8" algn="ctr">
              <a:lnSpc>
                <a:spcPct val="100000"/>
              </a:lnSpc>
              <a:spcBef>
                <a:spcPts val="0"/>
              </a:spcBef>
              <a:spcAft>
                <a:spcPts val="0"/>
              </a:spcAft>
              <a:buSzPts val="2800"/>
              <a:buNone/>
              <a:defRPr sz="2800"/>
            </a:lvl9pPr>
          </a:lstStyle>
          <a:p/>
        </p:txBody>
      </p:sp>
      <p:sp>
        <p:nvSpPr>
          <p:cNvPr id="12" name="Google Shape;12;p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2.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header" type="secHead">
  <p:cSld name="SECTION_HEADER">
    <p:spTree>
      <p:nvGrpSpPr>
        <p:cNvPr id="13" name="Shape 13"/>
        <p:cNvGrpSpPr/>
        <p:nvPr/>
      </p:nvGrpSpPr>
      <p:grpSpPr>
        <a:xfrm>
          <a:off x="0" y="0"/>
          <a:ext cx="0" cy="0"/>
          <a:chOff x="0" y="0"/>
          <a:chExt cx="0" cy="0"/>
        </a:xfrm>
      </p:grpSpPr>
      <p:sp>
        <p:nvSpPr>
          <p:cNvPr id="14" name="Google Shape;14;p3"/>
          <p:cNvSpPr txBox="1"/>
          <p:nvPr>
            <p:ph type="title"/>
          </p:nvPr>
        </p:nvSpPr>
        <p:spPr>
          <a:xfrm>
            <a:off x="311700" y="2150850"/>
            <a:ext cx="8520600" cy="841800"/>
          </a:xfrm>
          <a:prstGeom prst="rect">
            <a:avLst/>
          </a:prstGeom>
        </p:spPr>
        <p:txBody>
          <a:bodyPr anchorCtr="0" anchor="ctr" bIns="91425" lIns="91425" spcFirstLastPara="1" rIns="91425" wrap="square" tIns="91425">
            <a:normAutofit/>
          </a:bodyPr>
          <a:lstStyle>
            <a:lvl1pPr lvl="0" algn="ctr">
              <a:spcBef>
                <a:spcPts val="0"/>
              </a:spcBef>
              <a:spcAft>
                <a:spcPts val="0"/>
              </a:spcAft>
              <a:buSzPts val="3600"/>
              <a:buNone/>
              <a:defRPr sz="3600"/>
            </a:lvl1pPr>
            <a:lvl2pPr lvl="1" algn="ctr">
              <a:spcBef>
                <a:spcPts val="0"/>
              </a:spcBef>
              <a:spcAft>
                <a:spcPts val="0"/>
              </a:spcAft>
              <a:buSzPts val="3600"/>
              <a:buNone/>
              <a:defRPr sz="3600"/>
            </a:lvl2pPr>
            <a:lvl3pPr lvl="2" algn="ctr">
              <a:spcBef>
                <a:spcPts val="0"/>
              </a:spcBef>
              <a:spcAft>
                <a:spcPts val="0"/>
              </a:spcAft>
              <a:buSzPts val="3600"/>
              <a:buNone/>
              <a:defRPr sz="3600"/>
            </a:lvl3pPr>
            <a:lvl4pPr lvl="3" algn="ctr">
              <a:spcBef>
                <a:spcPts val="0"/>
              </a:spcBef>
              <a:spcAft>
                <a:spcPts val="0"/>
              </a:spcAft>
              <a:buSzPts val="3600"/>
              <a:buNone/>
              <a:defRPr sz="3600"/>
            </a:lvl4pPr>
            <a:lvl5pPr lvl="4" algn="ctr">
              <a:spcBef>
                <a:spcPts val="0"/>
              </a:spcBef>
              <a:spcAft>
                <a:spcPts val="0"/>
              </a:spcAft>
              <a:buSzPts val="3600"/>
              <a:buNone/>
              <a:defRPr sz="3600"/>
            </a:lvl5pPr>
            <a:lvl6pPr lvl="5" algn="ctr">
              <a:spcBef>
                <a:spcPts val="0"/>
              </a:spcBef>
              <a:spcAft>
                <a:spcPts val="0"/>
              </a:spcAft>
              <a:buSzPts val="3600"/>
              <a:buNone/>
              <a:defRPr sz="3600"/>
            </a:lvl6pPr>
            <a:lvl7pPr lvl="6" algn="ctr">
              <a:spcBef>
                <a:spcPts val="0"/>
              </a:spcBef>
              <a:spcAft>
                <a:spcPts val="0"/>
              </a:spcAft>
              <a:buSzPts val="3600"/>
              <a:buNone/>
              <a:defRPr sz="3600"/>
            </a:lvl7pPr>
            <a:lvl8pPr lvl="7" algn="ctr">
              <a:spcBef>
                <a:spcPts val="0"/>
              </a:spcBef>
              <a:spcAft>
                <a:spcPts val="0"/>
              </a:spcAft>
              <a:buSzPts val="3600"/>
              <a:buNone/>
              <a:defRPr sz="3600"/>
            </a:lvl8pPr>
            <a:lvl9pPr lvl="8" algn="ctr">
              <a:spcBef>
                <a:spcPts val="0"/>
              </a:spcBef>
              <a:spcAft>
                <a:spcPts val="0"/>
              </a:spcAft>
              <a:buSzPts val="3600"/>
              <a:buNone/>
              <a:defRPr sz="3600"/>
            </a:lvl9pPr>
          </a:lstStyle>
          <a:p/>
        </p:txBody>
      </p:sp>
      <p:sp>
        <p:nvSpPr>
          <p:cNvPr id="15" name="Google Shape;15;p3"/>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body" type="tx">
  <p:cSld name="TITLE_AND_BODY">
    <p:spTree>
      <p:nvGrpSpPr>
        <p:cNvPr id="16" name="Shape 16"/>
        <p:cNvGrpSpPr/>
        <p:nvPr/>
      </p:nvGrpSpPr>
      <p:grpSpPr>
        <a:xfrm>
          <a:off x="0" y="0"/>
          <a:ext cx="0" cy="0"/>
          <a:chOff x="0" y="0"/>
          <a:chExt cx="0" cy="0"/>
        </a:xfrm>
      </p:grpSpPr>
      <p:sp>
        <p:nvSpPr>
          <p:cNvPr id="17" name="Google Shape;17;p4"/>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18" name="Google Shape;18;p4"/>
          <p:cNvSpPr txBox="1"/>
          <p:nvPr>
            <p:ph idx="1" type="body"/>
          </p:nvPr>
        </p:nvSpPr>
        <p:spPr>
          <a:xfrm>
            <a:off x="311700" y="1152475"/>
            <a:ext cx="8520600" cy="3416400"/>
          </a:xfrm>
          <a:prstGeom prst="rect">
            <a:avLst/>
          </a:prstGeom>
        </p:spPr>
        <p:txBody>
          <a:bodyPr anchorCtr="0" anchor="t"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19" name="Google Shape;19;p4"/>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and two columns" type="twoColTx">
  <p:cSld name="TITLE_AND_TWO_COLUMNS">
    <p:spTree>
      <p:nvGrpSpPr>
        <p:cNvPr id="20" name="Shape 20"/>
        <p:cNvGrpSpPr/>
        <p:nvPr/>
      </p:nvGrpSpPr>
      <p:grpSpPr>
        <a:xfrm>
          <a:off x="0" y="0"/>
          <a:ext cx="0" cy="0"/>
          <a:chOff x="0" y="0"/>
          <a:chExt cx="0" cy="0"/>
        </a:xfrm>
      </p:grpSpPr>
      <p:sp>
        <p:nvSpPr>
          <p:cNvPr id="21" name="Google Shape;21;p5"/>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2" name="Google Shape;22;p5"/>
          <p:cNvSpPr txBox="1"/>
          <p:nvPr>
            <p:ph idx="1" type="body"/>
          </p:nvPr>
        </p:nvSpPr>
        <p:spPr>
          <a:xfrm>
            <a:off x="3117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3" name="Google Shape;23;p5"/>
          <p:cNvSpPr txBox="1"/>
          <p:nvPr>
            <p:ph idx="2" type="body"/>
          </p:nvPr>
        </p:nvSpPr>
        <p:spPr>
          <a:xfrm>
            <a:off x="4832400" y="1152475"/>
            <a:ext cx="3999900" cy="3416400"/>
          </a:xfrm>
          <a:prstGeom prst="rect">
            <a:avLst/>
          </a:prstGeom>
        </p:spPr>
        <p:txBody>
          <a:bodyPr anchorCtr="0" anchor="t" bIns="91425" lIns="91425" spcFirstLastPara="1" rIns="91425" wrap="square" tIns="91425">
            <a:normAutofit/>
          </a:bodyPr>
          <a:lstStyle>
            <a:lvl1pPr indent="-317500" lvl="0" marL="457200">
              <a:spcBef>
                <a:spcPts val="0"/>
              </a:spcBef>
              <a:spcAft>
                <a:spcPts val="0"/>
              </a:spcAft>
              <a:buSzPts val="1400"/>
              <a:buChar char="●"/>
              <a:defRPr sz="14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24" name="Google Shape;24;p5"/>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5.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Title only" type="titleOnly">
  <p:cSld name="TITLE_ONLY">
    <p:spTree>
      <p:nvGrpSpPr>
        <p:cNvPr id="25" name="Shape 25"/>
        <p:cNvGrpSpPr/>
        <p:nvPr/>
      </p:nvGrpSpPr>
      <p:grpSpPr>
        <a:xfrm>
          <a:off x="0" y="0"/>
          <a:ext cx="0" cy="0"/>
          <a:chOff x="0" y="0"/>
          <a:chExt cx="0" cy="0"/>
        </a:xfrm>
      </p:grpSpPr>
      <p:sp>
        <p:nvSpPr>
          <p:cNvPr id="26" name="Google Shape;26;p6"/>
          <p:cNvSpPr txBox="1"/>
          <p:nvPr>
            <p:ph type="title"/>
          </p:nvPr>
        </p:nvSpPr>
        <p:spPr>
          <a:xfrm>
            <a:off x="311700" y="445025"/>
            <a:ext cx="8520600" cy="572700"/>
          </a:xfrm>
          <a:prstGeom prst="rect">
            <a:avLst/>
          </a:prstGeom>
        </p:spPr>
        <p:txBody>
          <a:bodyPr anchorCtr="0" anchor="t" bIns="91425" lIns="91425" spcFirstLastPara="1" rIns="91425" wrap="square" tIns="91425">
            <a:normAutofit/>
          </a:bodyPr>
          <a:lstStyle>
            <a:lvl1pPr lvl="0">
              <a:spcBef>
                <a:spcPts val="0"/>
              </a:spcBef>
              <a:spcAft>
                <a:spcPts val="0"/>
              </a:spcAft>
              <a:buSzPts val="2800"/>
              <a:buNone/>
              <a:defRPr/>
            </a:lvl1pPr>
            <a:lvl2pPr lvl="1">
              <a:spcBef>
                <a:spcPts val="0"/>
              </a:spcBef>
              <a:spcAft>
                <a:spcPts val="0"/>
              </a:spcAft>
              <a:buSzPts val="2800"/>
              <a:buNone/>
              <a:defRPr/>
            </a:lvl2pPr>
            <a:lvl3pPr lvl="2">
              <a:spcBef>
                <a:spcPts val="0"/>
              </a:spcBef>
              <a:spcAft>
                <a:spcPts val="0"/>
              </a:spcAft>
              <a:buSzPts val="2800"/>
              <a:buNone/>
              <a:defRPr/>
            </a:lvl3pPr>
            <a:lvl4pPr lvl="3">
              <a:spcBef>
                <a:spcPts val="0"/>
              </a:spcBef>
              <a:spcAft>
                <a:spcPts val="0"/>
              </a:spcAft>
              <a:buSzPts val="2800"/>
              <a:buNone/>
              <a:defRPr/>
            </a:lvl4pPr>
            <a:lvl5pPr lvl="4">
              <a:spcBef>
                <a:spcPts val="0"/>
              </a:spcBef>
              <a:spcAft>
                <a:spcPts val="0"/>
              </a:spcAft>
              <a:buSzPts val="2800"/>
              <a:buNone/>
              <a:defRPr/>
            </a:lvl5pPr>
            <a:lvl6pPr lvl="5">
              <a:spcBef>
                <a:spcPts val="0"/>
              </a:spcBef>
              <a:spcAft>
                <a:spcPts val="0"/>
              </a:spcAft>
              <a:buSzPts val="2800"/>
              <a:buNone/>
              <a:defRPr/>
            </a:lvl6pPr>
            <a:lvl7pPr lvl="6">
              <a:spcBef>
                <a:spcPts val="0"/>
              </a:spcBef>
              <a:spcAft>
                <a:spcPts val="0"/>
              </a:spcAft>
              <a:buSzPts val="2800"/>
              <a:buNone/>
              <a:defRPr/>
            </a:lvl7pPr>
            <a:lvl8pPr lvl="7">
              <a:spcBef>
                <a:spcPts val="0"/>
              </a:spcBef>
              <a:spcAft>
                <a:spcPts val="0"/>
              </a:spcAft>
              <a:buSzPts val="2800"/>
              <a:buNone/>
              <a:defRPr/>
            </a:lvl8pPr>
            <a:lvl9pPr lvl="8">
              <a:spcBef>
                <a:spcPts val="0"/>
              </a:spcBef>
              <a:spcAft>
                <a:spcPts val="0"/>
              </a:spcAft>
              <a:buSzPts val="2800"/>
              <a:buNone/>
              <a:defRPr/>
            </a:lvl9pPr>
          </a:lstStyle>
          <a:p/>
        </p:txBody>
      </p:sp>
      <p:sp>
        <p:nvSpPr>
          <p:cNvPr id="27" name="Google Shape;27;p6"/>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6.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One column text">
  <p:cSld name="ONE_COLUMN_TEXT">
    <p:spTree>
      <p:nvGrpSpPr>
        <p:cNvPr id="28" name="Shape 28"/>
        <p:cNvGrpSpPr/>
        <p:nvPr/>
      </p:nvGrpSpPr>
      <p:grpSpPr>
        <a:xfrm>
          <a:off x="0" y="0"/>
          <a:ext cx="0" cy="0"/>
          <a:chOff x="0" y="0"/>
          <a:chExt cx="0" cy="0"/>
        </a:xfrm>
      </p:grpSpPr>
      <p:sp>
        <p:nvSpPr>
          <p:cNvPr id="29" name="Google Shape;29;p7"/>
          <p:cNvSpPr txBox="1"/>
          <p:nvPr>
            <p:ph type="title"/>
          </p:nvPr>
        </p:nvSpPr>
        <p:spPr>
          <a:xfrm>
            <a:off x="311700" y="555600"/>
            <a:ext cx="2808000" cy="755700"/>
          </a:xfrm>
          <a:prstGeom prst="rect">
            <a:avLst/>
          </a:prstGeom>
        </p:spPr>
        <p:txBody>
          <a:bodyPr anchorCtr="0" anchor="b" bIns="91425" lIns="91425" spcFirstLastPara="1" rIns="91425" wrap="square" tIns="91425">
            <a:normAutofit/>
          </a:bodyPr>
          <a:lstStyle>
            <a:lvl1pPr lvl="0">
              <a:spcBef>
                <a:spcPts val="0"/>
              </a:spcBef>
              <a:spcAft>
                <a:spcPts val="0"/>
              </a:spcAft>
              <a:buSzPts val="2400"/>
              <a:buNone/>
              <a:defRPr sz="2400"/>
            </a:lvl1pPr>
            <a:lvl2pPr lvl="1">
              <a:spcBef>
                <a:spcPts val="0"/>
              </a:spcBef>
              <a:spcAft>
                <a:spcPts val="0"/>
              </a:spcAft>
              <a:buSzPts val="2400"/>
              <a:buNone/>
              <a:defRPr sz="2400"/>
            </a:lvl2pPr>
            <a:lvl3pPr lvl="2">
              <a:spcBef>
                <a:spcPts val="0"/>
              </a:spcBef>
              <a:spcAft>
                <a:spcPts val="0"/>
              </a:spcAft>
              <a:buSzPts val="2400"/>
              <a:buNone/>
              <a:defRPr sz="2400"/>
            </a:lvl3pPr>
            <a:lvl4pPr lvl="3">
              <a:spcBef>
                <a:spcPts val="0"/>
              </a:spcBef>
              <a:spcAft>
                <a:spcPts val="0"/>
              </a:spcAft>
              <a:buSzPts val="2400"/>
              <a:buNone/>
              <a:defRPr sz="2400"/>
            </a:lvl4pPr>
            <a:lvl5pPr lvl="4">
              <a:spcBef>
                <a:spcPts val="0"/>
              </a:spcBef>
              <a:spcAft>
                <a:spcPts val="0"/>
              </a:spcAft>
              <a:buSzPts val="2400"/>
              <a:buNone/>
              <a:defRPr sz="2400"/>
            </a:lvl5pPr>
            <a:lvl6pPr lvl="5">
              <a:spcBef>
                <a:spcPts val="0"/>
              </a:spcBef>
              <a:spcAft>
                <a:spcPts val="0"/>
              </a:spcAft>
              <a:buSzPts val="2400"/>
              <a:buNone/>
              <a:defRPr sz="2400"/>
            </a:lvl6pPr>
            <a:lvl7pPr lvl="6">
              <a:spcBef>
                <a:spcPts val="0"/>
              </a:spcBef>
              <a:spcAft>
                <a:spcPts val="0"/>
              </a:spcAft>
              <a:buSzPts val="2400"/>
              <a:buNone/>
              <a:defRPr sz="2400"/>
            </a:lvl7pPr>
            <a:lvl8pPr lvl="7">
              <a:spcBef>
                <a:spcPts val="0"/>
              </a:spcBef>
              <a:spcAft>
                <a:spcPts val="0"/>
              </a:spcAft>
              <a:buSzPts val="2400"/>
              <a:buNone/>
              <a:defRPr sz="2400"/>
            </a:lvl8pPr>
            <a:lvl9pPr lvl="8">
              <a:spcBef>
                <a:spcPts val="0"/>
              </a:spcBef>
              <a:spcAft>
                <a:spcPts val="0"/>
              </a:spcAft>
              <a:buSzPts val="2400"/>
              <a:buNone/>
              <a:defRPr sz="2400"/>
            </a:lvl9pPr>
          </a:lstStyle>
          <a:p/>
        </p:txBody>
      </p:sp>
      <p:sp>
        <p:nvSpPr>
          <p:cNvPr id="30" name="Google Shape;30;p7"/>
          <p:cNvSpPr txBox="1"/>
          <p:nvPr>
            <p:ph idx="1" type="body"/>
          </p:nvPr>
        </p:nvSpPr>
        <p:spPr>
          <a:xfrm>
            <a:off x="311700" y="1389600"/>
            <a:ext cx="2808000" cy="3179400"/>
          </a:xfrm>
          <a:prstGeom prst="rect">
            <a:avLst/>
          </a:prstGeom>
        </p:spPr>
        <p:txBody>
          <a:bodyPr anchorCtr="0" anchor="t" bIns="91425" lIns="91425" spcFirstLastPara="1" rIns="91425" wrap="square" tIns="91425">
            <a:normAutofit/>
          </a:bodyPr>
          <a:lstStyle>
            <a:lvl1pPr indent="-304800" lvl="0" marL="457200">
              <a:spcBef>
                <a:spcPts val="0"/>
              </a:spcBef>
              <a:spcAft>
                <a:spcPts val="0"/>
              </a:spcAft>
              <a:buSzPts val="1200"/>
              <a:buChar char="●"/>
              <a:defRPr sz="1200"/>
            </a:lvl1pPr>
            <a:lvl2pPr indent="-304800" lvl="1" marL="914400">
              <a:spcBef>
                <a:spcPts val="0"/>
              </a:spcBef>
              <a:spcAft>
                <a:spcPts val="0"/>
              </a:spcAft>
              <a:buSzPts val="1200"/>
              <a:buChar char="○"/>
              <a:defRPr sz="1200"/>
            </a:lvl2pPr>
            <a:lvl3pPr indent="-304800" lvl="2" marL="1371600">
              <a:spcBef>
                <a:spcPts val="0"/>
              </a:spcBef>
              <a:spcAft>
                <a:spcPts val="0"/>
              </a:spcAft>
              <a:buSzPts val="1200"/>
              <a:buChar char="■"/>
              <a:defRPr sz="1200"/>
            </a:lvl3pPr>
            <a:lvl4pPr indent="-304800" lvl="3" marL="1828800">
              <a:spcBef>
                <a:spcPts val="0"/>
              </a:spcBef>
              <a:spcAft>
                <a:spcPts val="0"/>
              </a:spcAft>
              <a:buSzPts val="1200"/>
              <a:buChar char="●"/>
              <a:defRPr sz="1200"/>
            </a:lvl4pPr>
            <a:lvl5pPr indent="-304800" lvl="4" marL="2286000">
              <a:spcBef>
                <a:spcPts val="0"/>
              </a:spcBef>
              <a:spcAft>
                <a:spcPts val="0"/>
              </a:spcAft>
              <a:buSzPts val="1200"/>
              <a:buChar char="○"/>
              <a:defRPr sz="1200"/>
            </a:lvl5pPr>
            <a:lvl6pPr indent="-304800" lvl="5" marL="2743200">
              <a:spcBef>
                <a:spcPts val="0"/>
              </a:spcBef>
              <a:spcAft>
                <a:spcPts val="0"/>
              </a:spcAft>
              <a:buSzPts val="1200"/>
              <a:buChar char="■"/>
              <a:defRPr sz="1200"/>
            </a:lvl6pPr>
            <a:lvl7pPr indent="-304800" lvl="6" marL="3200400">
              <a:spcBef>
                <a:spcPts val="0"/>
              </a:spcBef>
              <a:spcAft>
                <a:spcPts val="0"/>
              </a:spcAft>
              <a:buSzPts val="1200"/>
              <a:buChar char="●"/>
              <a:defRPr sz="1200"/>
            </a:lvl7pPr>
            <a:lvl8pPr indent="-304800" lvl="7" marL="3657600">
              <a:spcBef>
                <a:spcPts val="0"/>
              </a:spcBef>
              <a:spcAft>
                <a:spcPts val="0"/>
              </a:spcAft>
              <a:buSzPts val="1200"/>
              <a:buChar char="○"/>
              <a:defRPr sz="1200"/>
            </a:lvl8pPr>
            <a:lvl9pPr indent="-304800" lvl="8" marL="4114800">
              <a:spcBef>
                <a:spcPts val="0"/>
              </a:spcBef>
              <a:spcAft>
                <a:spcPts val="0"/>
              </a:spcAft>
              <a:buSzPts val="1200"/>
              <a:buChar char="■"/>
              <a:defRPr sz="1200"/>
            </a:lvl9pPr>
          </a:lstStyle>
          <a:p/>
        </p:txBody>
      </p:sp>
      <p:sp>
        <p:nvSpPr>
          <p:cNvPr id="31" name="Google Shape;31;p7"/>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7.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Main point">
  <p:cSld name="MAIN_POINT">
    <p:spTree>
      <p:nvGrpSpPr>
        <p:cNvPr id="32" name="Shape 32"/>
        <p:cNvGrpSpPr/>
        <p:nvPr/>
      </p:nvGrpSpPr>
      <p:grpSpPr>
        <a:xfrm>
          <a:off x="0" y="0"/>
          <a:ext cx="0" cy="0"/>
          <a:chOff x="0" y="0"/>
          <a:chExt cx="0" cy="0"/>
        </a:xfrm>
      </p:grpSpPr>
      <p:sp>
        <p:nvSpPr>
          <p:cNvPr id="33" name="Google Shape;33;p8"/>
          <p:cNvSpPr txBox="1"/>
          <p:nvPr>
            <p:ph type="title"/>
          </p:nvPr>
        </p:nvSpPr>
        <p:spPr>
          <a:xfrm>
            <a:off x="490250" y="450150"/>
            <a:ext cx="6367800" cy="4090800"/>
          </a:xfrm>
          <a:prstGeom prst="rect">
            <a:avLst/>
          </a:prstGeom>
        </p:spPr>
        <p:txBody>
          <a:bodyPr anchorCtr="0" anchor="ctr" bIns="91425" lIns="91425" spcFirstLastPara="1" rIns="91425" wrap="square" tIns="91425">
            <a:normAutofit/>
          </a:bodyPr>
          <a:lstStyle>
            <a:lvl1pPr lvl="0">
              <a:spcBef>
                <a:spcPts val="0"/>
              </a:spcBef>
              <a:spcAft>
                <a:spcPts val="0"/>
              </a:spcAft>
              <a:buSzPts val="4800"/>
              <a:buNone/>
              <a:defRPr sz="4800"/>
            </a:lvl1pPr>
            <a:lvl2pPr lvl="1">
              <a:spcBef>
                <a:spcPts val="0"/>
              </a:spcBef>
              <a:spcAft>
                <a:spcPts val="0"/>
              </a:spcAft>
              <a:buSzPts val="4800"/>
              <a:buNone/>
              <a:defRPr sz="4800"/>
            </a:lvl2pPr>
            <a:lvl3pPr lvl="2">
              <a:spcBef>
                <a:spcPts val="0"/>
              </a:spcBef>
              <a:spcAft>
                <a:spcPts val="0"/>
              </a:spcAft>
              <a:buSzPts val="4800"/>
              <a:buNone/>
              <a:defRPr sz="4800"/>
            </a:lvl3pPr>
            <a:lvl4pPr lvl="3">
              <a:spcBef>
                <a:spcPts val="0"/>
              </a:spcBef>
              <a:spcAft>
                <a:spcPts val="0"/>
              </a:spcAft>
              <a:buSzPts val="4800"/>
              <a:buNone/>
              <a:defRPr sz="4800"/>
            </a:lvl4pPr>
            <a:lvl5pPr lvl="4">
              <a:spcBef>
                <a:spcPts val="0"/>
              </a:spcBef>
              <a:spcAft>
                <a:spcPts val="0"/>
              </a:spcAft>
              <a:buSzPts val="4800"/>
              <a:buNone/>
              <a:defRPr sz="4800"/>
            </a:lvl5pPr>
            <a:lvl6pPr lvl="5">
              <a:spcBef>
                <a:spcPts val="0"/>
              </a:spcBef>
              <a:spcAft>
                <a:spcPts val="0"/>
              </a:spcAft>
              <a:buSzPts val="4800"/>
              <a:buNone/>
              <a:defRPr sz="4800"/>
            </a:lvl6pPr>
            <a:lvl7pPr lvl="6">
              <a:spcBef>
                <a:spcPts val="0"/>
              </a:spcBef>
              <a:spcAft>
                <a:spcPts val="0"/>
              </a:spcAft>
              <a:buSzPts val="4800"/>
              <a:buNone/>
              <a:defRPr sz="4800"/>
            </a:lvl7pPr>
            <a:lvl8pPr lvl="7">
              <a:spcBef>
                <a:spcPts val="0"/>
              </a:spcBef>
              <a:spcAft>
                <a:spcPts val="0"/>
              </a:spcAft>
              <a:buSzPts val="4800"/>
              <a:buNone/>
              <a:defRPr sz="4800"/>
            </a:lvl8pPr>
            <a:lvl9pPr lvl="8">
              <a:spcBef>
                <a:spcPts val="0"/>
              </a:spcBef>
              <a:spcAft>
                <a:spcPts val="0"/>
              </a:spcAft>
              <a:buSzPts val="4800"/>
              <a:buNone/>
              <a:defRPr sz="4800"/>
            </a:lvl9pPr>
          </a:lstStyle>
          <a:p/>
        </p:txBody>
      </p:sp>
      <p:sp>
        <p:nvSpPr>
          <p:cNvPr id="34" name="Google Shape;34;p8"/>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8.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Section title and description">
  <p:cSld name="SECTION_TITLE_AND_DESCRIPTION">
    <p:spTree>
      <p:nvGrpSpPr>
        <p:cNvPr id="35" name="Shape 35"/>
        <p:cNvGrpSpPr/>
        <p:nvPr/>
      </p:nvGrpSpPr>
      <p:grpSpPr>
        <a:xfrm>
          <a:off x="0" y="0"/>
          <a:ext cx="0" cy="0"/>
          <a:chOff x="0" y="0"/>
          <a:chExt cx="0" cy="0"/>
        </a:xfrm>
      </p:grpSpPr>
      <p:sp>
        <p:nvSpPr>
          <p:cNvPr id="36" name="Google Shape;36;p9"/>
          <p:cNvSpPr/>
          <p:nvPr/>
        </p:nvSpPr>
        <p:spPr>
          <a:xfrm>
            <a:off x="4572000" y="-125"/>
            <a:ext cx="4572000" cy="5143500"/>
          </a:xfrm>
          <a:prstGeom prst="rect">
            <a:avLst/>
          </a:prstGeom>
          <a:solidFill>
            <a:schemeClr val="lt2"/>
          </a:solidFill>
          <a:ln>
            <a:noFill/>
          </a:ln>
        </p:spPr>
        <p:txBody>
          <a:bodyPr anchorCtr="0" anchor="ctr" bIns="91425" lIns="91425" spcFirstLastPara="1" rIns="91425" wrap="square" tIns="91425">
            <a:noAutofit/>
          </a:bodyPr>
          <a:lstStyle/>
          <a:p>
            <a:pPr indent="0" lvl="0" marL="0" rtl="0" algn="l">
              <a:spcBef>
                <a:spcPts val="0"/>
              </a:spcBef>
              <a:spcAft>
                <a:spcPts val="0"/>
              </a:spcAft>
              <a:buNone/>
            </a:pPr>
            <a:r>
              <a:t/>
            </a:r>
            <a:endParaRPr/>
          </a:p>
        </p:txBody>
      </p:sp>
      <p:sp>
        <p:nvSpPr>
          <p:cNvPr id="37" name="Google Shape;37;p9"/>
          <p:cNvSpPr txBox="1"/>
          <p:nvPr>
            <p:ph type="title"/>
          </p:nvPr>
        </p:nvSpPr>
        <p:spPr>
          <a:xfrm>
            <a:off x="265500" y="1233175"/>
            <a:ext cx="4045200" cy="1482300"/>
          </a:xfrm>
          <a:prstGeom prst="rect">
            <a:avLst/>
          </a:prstGeom>
        </p:spPr>
        <p:txBody>
          <a:bodyPr anchorCtr="0" anchor="b" bIns="91425" lIns="91425" spcFirstLastPara="1" rIns="91425" wrap="square" tIns="91425">
            <a:normAutofit/>
          </a:bodyPr>
          <a:lstStyle>
            <a:lvl1pPr lvl="0" algn="ctr">
              <a:spcBef>
                <a:spcPts val="0"/>
              </a:spcBef>
              <a:spcAft>
                <a:spcPts val="0"/>
              </a:spcAft>
              <a:buSzPts val="4200"/>
              <a:buNone/>
              <a:defRPr sz="4200"/>
            </a:lvl1pPr>
            <a:lvl2pPr lvl="1" algn="ctr">
              <a:spcBef>
                <a:spcPts val="0"/>
              </a:spcBef>
              <a:spcAft>
                <a:spcPts val="0"/>
              </a:spcAft>
              <a:buSzPts val="4200"/>
              <a:buNone/>
              <a:defRPr sz="4200"/>
            </a:lvl2pPr>
            <a:lvl3pPr lvl="2" algn="ctr">
              <a:spcBef>
                <a:spcPts val="0"/>
              </a:spcBef>
              <a:spcAft>
                <a:spcPts val="0"/>
              </a:spcAft>
              <a:buSzPts val="4200"/>
              <a:buNone/>
              <a:defRPr sz="4200"/>
            </a:lvl3pPr>
            <a:lvl4pPr lvl="3" algn="ctr">
              <a:spcBef>
                <a:spcPts val="0"/>
              </a:spcBef>
              <a:spcAft>
                <a:spcPts val="0"/>
              </a:spcAft>
              <a:buSzPts val="4200"/>
              <a:buNone/>
              <a:defRPr sz="4200"/>
            </a:lvl4pPr>
            <a:lvl5pPr lvl="4" algn="ctr">
              <a:spcBef>
                <a:spcPts val="0"/>
              </a:spcBef>
              <a:spcAft>
                <a:spcPts val="0"/>
              </a:spcAft>
              <a:buSzPts val="4200"/>
              <a:buNone/>
              <a:defRPr sz="4200"/>
            </a:lvl5pPr>
            <a:lvl6pPr lvl="5" algn="ctr">
              <a:spcBef>
                <a:spcPts val="0"/>
              </a:spcBef>
              <a:spcAft>
                <a:spcPts val="0"/>
              </a:spcAft>
              <a:buSzPts val="4200"/>
              <a:buNone/>
              <a:defRPr sz="4200"/>
            </a:lvl6pPr>
            <a:lvl7pPr lvl="6" algn="ctr">
              <a:spcBef>
                <a:spcPts val="0"/>
              </a:spcBef>
              <a:spcAft>
                <a:spcPts val="0"/>
              </a:spcAft>
              <a:buSzPts val="4200"/>
              <a:buNone/>
              <a:defRPr sz="4200"/>
            </a:lvl7pPr>
            <a:lvl8pPr lvl="7" algn="ctr">
              <a:spcBef>
                <a:spcPts val="0"/>
              </a:spcBef>
              <a:spcAft>
                <a:spcPts val="0"/>
              </a:spcAft>
              <a:buSzPts val="4200"/>
              <a:buNone/>
              <a:defRPr sz="4200"/>
            </a:lvl8pPr>
            <a:lvl9pPr lvl="8" algn="ctr">
              <a:spcBef>
                <a:spcPts val="0"/>
              </a:spcBef>
              <a:spcAft>
                <a:spcPts val="0"/>
              </a:spcAft>
              <a:buSzPts val="4200"/>
              <a:buNone/>
              <a:defRPr sz="4200"/>
            </a:lvl9pPr>
          </a:lstStyle>
          <a:p/>
        </p:txBody>
      </p:sp>
      <p:sp>
        <p:nvSpPr>
          <p:cNvPr id="38" name="Google Shape;38;p9"/>
          <p:cNvSpPr txBox="1"/>
          <p:nvPr>
            <p:ph idx="1" type="subTitle"/>
          </p:nvPr>
        </p:nvSpPr>
        <p:spPr>
          <a:xfrm>
            <a:off x="265500" y="2803075"/>
            <a:ext cx="4045200" cy="1235100"/>
          </a:xfrm>
          <a:prstGeom prst="rect">
            <a:avLst/>
          </a:prstGeom>
        </p:spPr>
        <p:txBody>
          <a:bodyPr anchorCtr="0" anchor="t" bIns="91425" lIns="91425" spcFirstLastPara="1" rIns="91425" wrap="square" tIns="91425">
            <a:normAutofit/>
          </a:bodyPr>
          <a:lstStyle>
            <a:lvl1pPr lvl="0" algn="ctr">
              <a:lnSpc>
                <a:spcPct val="100000"/>
              </a:lnSpc>
              <a:spcBef>
                <a:spcPts val="0"/>
              </a:spcBef>
              <a:spcAft>
                <a:spcPts val="0"/>
              </a:spcAft>
              <a:buSzPts val="2100"/>
              <a:buNone/>
              <a:defRPr sz="2100"/>
            </a:lvl1pPr>
            <a:lvl2pPr lvl="1" algn="ctr">
              <a:lnSpc>
                <a:spcPct val="100000"/>
              </a:lnSpc>
              <a:spcBef>
                <a:spcPts val="0"/>
              </a:spcBef>
              <a:spcAft>
                <a:spcPts val="0"/>
              </a:spcAft>
              <a:buSzPts val="2100"/>
              <a:buNone/>
              <a:defRPr sz="2100"/>
            </a:lvl2pPr>
            <a:lvl3pPr lvl="2" algn="ctr">
              <a:lnSpc>
                <a:spcPct val="100000"/>
              </a:lnSpc>
              <a:spcBef>
                <a:spcPts val="0"/>
              </a:spcBef>
              <a:spcAft>
                <a:spcPts val="0"/>
              </a:spcAft>
              <a:buSzPts val="2100"/>
              <a:buNone/>
              <a:defRPr sz="2100"/>
            </a:lvl3pPr>
            <a:lvl4pPr lvl="3" algn="ctr">
              <a:lnSpc>
                <a:spcPct val="100000"/>
              </a:lnSpc>
              <a:spcBef>
                <a:spcPts val="0"/>
              </a:spcBef>
              <a:spcAft>
                <a:spcPts val="0"/>
              </a:spcAft>
              <a:buSzPts val="2100"/>
              <a:buNone/>
              <a:defRPr sz="2100"/>
            </a:lvl4pPr>
            <a:lvl5pPr lvl="4" algn="ctr">
              <a:lnSpc>
                <a:spcPct val="100000"/>
              </a:lnSpc>
              <a:spcBef>
                <a:spcPts val="0"/>
              </a:spcBef>
              <a:spcAft>
                <a:spcPts val="0"/>
              </a:spcAft>
              <a:buSzPts val="2100"/>
              <a:buNone/>
              <a:defRPr sz="2100"/>
            </a:lvl5pPr>
            <a:lvl6pPr lvl="5" algn="ctr">
              <a:lnSpc>
                <a:spcPct val="100000"/>
              </a:lnSpc>
              <a:spcBef>
                <a:spcPts val="0"/>
              </a:spcBef>
              <a:spcAft>
                <a:spcPts val="0"/>
              </a:spcAft>
              <a:buSzPts val="2100"/>
              <a:buNone/>
              <a:defRPr sz="2100"/>
            </a:lvl6pPr>
            <a:lvl7pPr lvl="6" algn="ctr">
              <a:lnSpc>
                <a:spcPct val="100000"/>
              </a:lnSpc>
              <a:spcBef>
                <a:spcPts val="0"/>
              </a:spcBef>
              <a:spcAft>
                <a:spcPts val="0"/>
              </a:spcAft>
              <a:buSzPts val="2100"/>
              <a:buNone/>
              <a:defRPr sz="2100"/>
            </a:lvl7pPr>
            <a:lvl8pPr lvl="7" algn="ctr">
              <a:lnSpc>
                <a:spcPct val="100000"/>
              </a:lnSpc>
              <a:spcBef>
                <a:spcPts val="0"/>
              </a:spcBef>
              <a:spcAft>
                <a:spcPts val="0"/>
              </a:spcAft>
              <a:buSzPts val="2100"/>
              <a:buNone/>
              <a:defRPr sz="2100"/>
            </a:lvl8pPr>
            <a:lvl9pPr lvl="8" algn="ctr">
              <a:lnSpc>
                <a:spcPct val="100000"/>
              </a:lnSpc>
              <a:spcBef>
                <a:spcPts val="0"/>
              </a:spcBef>
              <a:spcAft>
                <a:spcPts val="0"/>
              </a:spcAft>
              <a:buSzPts val="2100"/>
              <a:buNone/>
              <a:defRPr sz="2100"/>
            </a:lvl9pPr>
          </a:lstStyle>
          <a:p/>
        </p:txBody>
      </p:sp>
      <p:sp>
        <p:nvSpPr>
          <p:cNvPr id="39" name="Google Shape;39;p9"/>
          <p:cNvSpPr txBox="1"/>
          <p:nvPr>
            <p:ph idx="2" type="body"/>
          </p:nvPr>
        </p:nvSpPr>
        <p:spPr>
          <a:xfrm>
            <a:off x="4939500" y="724075"/>
            <a:ext cx="3837000" cy="3695100"/>
          </a:xfrm>
          <a:prstGeom prst="rect">
            <a:avLst/>
          </a:prstGeom>
        </p:spPr>
        <p:txBody>
          <a:bodyPr anchorCtr="0" anchor="ctr" bIns="91425" lIns="91425" spcFirstLastPara="1" rIns="91425" wrap="square" tIns="91425">
            <a:normAutofit/>
          </a:bodyPr>
          <a:lstStyle>
            <a:lvl1pPr indent="-342900" lvl="0" marL="457200">
              <a:spcBef>
                <a:spcPts val="0"/>
              </a:spcBef>
              <a:spcAft>
                <a:spcPts val="0"/>
              </a:spcAft>
              <a:buSzPts val="1800"/>
              <a:buChar char="●"/>
              <a:defRPr/>
            </a:lvl1pPr>
            <a:lvl2pPr indent="-317500" lvl="1" marL="914400">
              <a:spcBef>
                <a:spcPts val="0"/>
              </a:spcBef>
              <a:spcAft>
                <a:spcPts val="0"/>
              </a:spcAft>
              <a:buSzPts val="1400"/>
              <a:buChar char="○"/>
              <a:defRPr/>
            </a:lvl2pPr>
            <a:lvl3pPr indent="-317500" lvl="2" marL="1371600">
              <a:spcBef>
                <a:spcPts val="0"/>
              </a:spcBef>
              <a:spcAft>
                <a:spcPts val="0"/>
              </a:spcAft>
              <a:buSzPts val="1400"/>
              <a:buChar char="■"/>
              <a:defRPr/>
            </a:lvl3pPr>
            <a:lvl4pPr indent="-317500" lvl="3" marL="1828800">
              <a:spcBef>
                <a:spcPts val="0"/>
              </a:spcBef>
              <a:spcAft>
                <a:spcPts val="0"/>
              </a:spcAft>
              <a:buSzPts val="1400"/>
              <a:buChar char="●"/>
              <a:defRPr/>
            </a:lvl4pPr>
            <a:lvl5pPr indent="-317500" lvl="4" marL="2286000">
              <a:spcBef>
                <a:spcPts val="0"/>
              </a:spcBef>
              <a:spcAft>
                <a:spcPts val="0"/>
              </a:spcAft>
              <a:buSzPts val="1400"/>
              <a:buChar char="○"/>
              <a:defRPr/>
            </a:lvl5pPr>
            <a:lvl6pPr indent="-317500" lvl="5" marL="2743200">
              <a:spcBef>
                <a:spcPts val="0"/>
              </a:spcBef>
              <a:spcAft>
                <a:spcPts val="0"/>
              </a:spcAft>
              <a:buSzPts val="1400"/>
              <a:buChar char="■"/>
              <a:defRPr/>
            </a:lvl6pPr>
            <a:lvl7pPr indent="-317500" lvl="6" marL="3200400">
              <a:spcBef>
                <a:spcPts val="0"/>
              </a:spcBef>
              <a:spcAft>
                <a:spcPts val="0"/>
              </a:spcAft>
              <a:buSzPts val="1400"/>
              <a:buChar char="●"/>
              <a:defRPr/>
            </a:lvl7pPr>
            <a:lvl8pPr indent="-317500" lvl="7" marL="3657600">
              <a:spcBef>
                <a:spcPts val="0"/>
              </a:spcBef>
              <a:spcAft>
                <a:spcPts val="0"/>
              </a:spcAft>
              <a:buSzPts val="1400"/>
              <a:buChar char="○"/>
              <a:defRPr/>
            </a:lvl8pPr>
            <a:lvl9pPr indent="-317500" lvl="8" marL="4114800">
              <a:spcBef>
                <a:spcPts val="0"/>
              </a:spcBef>
              <a:spcAft>
                <a:spcPts val="0"/>
              </a:spcAft>
              <a:buSzPts val="1400"/>
              <a:buChar char="■"/>
              <a:defRPr/>
            </a:lvl9pPr>
          </a:lstStyle>
          <a:p/>
        </p:txBody>
      </p:sp>
      <p:sp>
        <p:nvSpPr>
          <p:cNvPr id="40" name="Google Shape;40;p9"/>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9.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Caption">
  <p:cSld name="CAPTION_ONLY">
    <p:spTree>
      <p:nvGrpSpPr>
        <p:cNvPr id="41" name="Shape 41"/>
        <p:cNvGrpSpPr/>
        <p:nvPr/>
      </p:nvGrpSpPr>
      <p:grpSpPr>
        <a:xfrm>
          <a:off x="0" y="0"/>
          <a:ext cx="0" cy="0"/>
          <a:chOff x="0" y="0"/>
          <a:chExt cx="0" cy="0"/>
        </a:xfrm>
      </p:grpSpPr>
      <p:sp>
        <p:nvSpPr>
          <p:cNvPr id="42" name="Google Shape;42;p10"/>
          <p:cNvSpPr txBox="1"/>
          <p:nvPr>
            <p:ph idx="1" type="body"/>
          </p:nvPr>
        </p:nvSpPr>
        <p:spPr>
          <a:xfrm>
            <a:off x="311700" y="4230575"/>
            <a:ext cx="5998800" cy="605100"/>
          </a:xfrm>
          <a:prstGeom prst="rect">
            <a:avLst/>
          </a:prstGeom>
        </p:spPr>
        <p:txBody>
          <a:bodyPr anchorCtr="0" anchor="ctr" bIns="91425" lIns="91425" spcFirstLastPara="1" rIns="91425" wrap="square" tIns="91425">
            <a:normAutofit/>
          </a:bodyPr>
          <a:lstStyle>
            <a:lvl1pPr indent="-228600" lvl="0" marL="457200">
              <a:lnSpc>
                <a:spcPct val="100000"/>
              </a:lnSpc>
              <a:spcBef>
                <a:spcPts val="0"/>
              </a:spcBef>
              <a:spcAft>
                <a:spcPts val="0"/>
              </a:spcAft>
              <a:buSzPts val="1800"/>
              <a:buNone/>
              <a:defRPr/>
            </a:lvl1pPr>
          </a:lstStyle>
          <a:p/>
        </p:txBody>
      </p:sp>
      <p:sp>
        <p:nvSpPr>
          <p:cNvPr id="43" name="Google Shape;43;p10"/>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0.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ig number">
  <p:cSld name="BIG_NUMBER">
    <p:spTree>
      <p:nvGrpSpPr>
        <p:cNvPr id="44" name="Shape 44"/>
        <p:cNvGrpSpPr/>
        <p:nvPr/>
      </p:nvGrpSpPr>
      <p:grpSpPr>
        <a:xfrm>
          <a:off x="0" y="0"/>
          <a:ext cx="0" cy="0"/>
          <a:chOff x="0" y="0"/>
          <a:chExt cx="0" cy="0"/>
        </a:xfrm>
      </p:grpSpPr>
      <p:sp>
        <p:nvSpPr>
          <p:cNvPr id="45" name="Google Shape;45;p11"/>
          <p:cNvSpPr txBox="1"/>
          <p:nvPr>
            <p:ph hasCustomPrompt="1" type="title"/>
          </p:nvPr>
        </p:nvSpPr>
        <p:spPr>
          <a:xfrm>
            <a:off x="311700" y="1106125"/>
            <a:ext cx="8520600" cy="1963500"/>
          </a:xfrm>
          <a:prstGeom prst="rect">
            <a:avLst/>
          </a:prstGeom>
        </p:spPr>
        <p:txBody>
          <a:bodyPr anchorCtr="0" anchor="b" bIns="91425" lIns="91425" spcFirstLastPara="1" rIns="91425" wrap="square" tIns="91425">
            <a:normAutofit/>
          </a:bodyPr>
          <a:lstStyle>
            <a:lvl1pPr lvl="0" algn="ctr">
              <a:spcBef>
                <a:spcPts val="0"/>
              </a:spcBef>
              <a:spcAft>
                <a:spcPts val="0"/>
              </a:spcAft>
              <a:buSzPts val="12000"/>
              <a:buNone/>
              <a:defRPr sz="12000"/>
            </a:lvl1pPr>
            <a:lvl2pPr lvl="1" algn="ctr">
              <a:spcBef>
                <a:spcPts val="0"/>
              </a:spcBef>
              <a:spcAft>
                <a:spcPts val="0"/>
              </a:spcAft>
              <a:buSzPts val="12000"/>
              <a:buNone/>
              <a:defRPr sz="12000"/>
            </a:lvl2pPr>
            <a:lvl3pPr lvl="2" algn="ctr">
              <a:spcBef>
                <a:spcPts val="0"/>
              </a:spcBef>
              <a:spcAft>
                <a:spcPts val="0"/>
              </a:spcAft>
              <a:buSzPts val="12000"/>
              <a:buNone/>
              <a:defRPr sz="12000"/>
            </a:lvl3pPr>
            <a:lvl4pPr lvl="3" algn="ctr">
              <a:spcBef>
                <a:spcPts val="0"/>
              </a:spcBef>
              <a:spcAft>
                <a:spcPts val="0"/>
              </a:spcAft>
              <a:buSzPts val="12000"/>
              <a:buNone/>
              <a:defRPr sz="12000"/>
            </a:lvl4pPr>
            <a:lvl5pPr lvl="4" algn="ctr">
              <a:spcBef>
                <a:spcPts val="0"/>
              </a:spcBef>
              <a:spcAft>
                <a:spcPts val="0"/>
              </a:spcAft>
              <a:buSzPts val="12000"/>
              <a:buNone/>
              <a:defRPr sz="12000"/>
            </a:lvl5pPr>
            <a:lvl6pPr lvl="5" algn="ctr">
              <a:spcBef>
                <a:spcPts val="0"/>
              </a:spcBef>
              <a:spcAft>
                <a:spcPts val="0"/>
              </a:spcAft>
              <a:buSzPts val="12000"/>
              <a:buNone/>
              <a:defRPr sz="12000"/>
            </a:lvl6pPr>
            <a:lvl7pPr lvl="6" algn="ctr">
              <a:spcBef>
                <a:spcPts val="0"/>
              </a:spcBef>
              <a:spcAft>
                <a:spcPts val="0"/>
              </a:spcAft>
              <a:buSzPts val="12000"/>
              <a:buNone/>
              <a:defRPr sz="12000"/>
            </a:lvl7pPr>
            <a:lvl8pPr lvl="7" algn="ctr">
              <a:spcBef>
                <a:spcPts val="0"/>
              </a:spcBef>
              <a:spcAft>
                <a:spcPts val="0"/>
              </a:spcAft>
              <a:buSzPts val="12000"/>
              <a:buNone/>
              <a:defRPr sz="12000"/>
            </a:lvl8pPr>
            <a:lvl9pPr lvl="8" algn="ctr">
              <a:spcBef>
                <a:spcPts val="0"/>
              </a:spcBef>
              <a:spcAft>
                <a:spcPts val="0"/>
              </a:spcAft>
              <a:buSzPts val="12000"/>
              <a:buNone/>
              <a:defRPr sz="12000"/>
            </a:lvl9pPr>
          </a:lstStyle>
          <a:p>
            <a:r>
              <a:t>xx%</a:t>
            </a:r>
          </a:p>
        </p:txBody>
      </p:sp>
      <p:sp>
        <p:nvSpPr>
          <p:cNvPr id="46" name="Google Shape;46;p11"/>
          <p:cNvSpPr txBox="1"/>
          <p:nvPr>
            <p:ph idx="1" type="body"/>
          </p:nvPr>
        </p:nvSpPr>
        <p:spPr>
          <a:xfrm>
            <a:off x="311700" y="3152225"/>
            <a:ext cx="8520600" cy="1300800"/>
          </a:xfrm>
          <a:prstGeom prst="rect">
            <a:avLst/>
          </a:prstGeom>
        </p:spPr>
        <p:txBody>
          <a:bodyPr anchorCtr="0" anchor="t" bIns="91425" lIns="91425" spcFirstLastPara="1" rIns="91425" wrap="square" tIns="91425">
            <a:normAutofit/>
          </a:bodyPr>
          <a:lstStyle>
            <a:lvl1pPr indent="-342900" lvl="0" marL="457200" algn="ctr">
              <a:spcBef>
                <a:spcPts val="0"/>
              </a:spcBef>
              <a:spcAft>
                <a:spcPts val="0"/>
              </a:spcAft>
              <a:buSzPts val="1800"/>
              <a:buChar char="●"/>
              <a:defRPr/>
            </a:lvl1pPr>
            <a:lvl2pPr indent="-317500" lvl="1" marL="914400" algn="ctr">
              <a:spcBef>
                <a:spcPts val="0"/>
              </a:spcBef>
              <a:spcAft>
                <a:spcPts val="0"/>
              </a:spcAft>
              <a:buSzPts val="1400"/>
              <a:buChar char="○"/>
              <a:defRPr/>
            </a:lvl2pPr>
            <a:lvl3pPr indent="-317500" lvl="2" marL="1371600" algn="ctr">
              <a:spcBef>
                <a:spcPts val="0"/>
              </a:spcBef>
              <a:spcAft>
                <a:spcPts val="0"/>
              </a:spcAft>
              <a:buSzPts val="1400"/>
              <a:buChar char="■"/>
              <a:defRPr/>
            </a:lvl3pPr>
            <a:lvl4pPr indent="-317500" lvl="3" marL="1828800" algn="ctr">
              <a:spcBef>
                <a:spcPts val="0"/>
              </a:spcBef>
              <a:spcAft>
                <a:spcPts val="0"/>
              </a:spcAft>
              <a:buSzPts val="1400"/>
              <a:buChar char="●"/>
              <a:defRPr/>
            </a:lvl4pPr>
            <a:lvl5pPr indent="-317500" lvl="4" marL="2286000" algn="ctr">
              <a:spcBef>
                <a:spcPts val="0"/>
              </a:spcBef>
              <a:spcAft>
                <a:spcPts val="0"/>
              </a:spcAft>
              <a:buSzPts val="1400"/>
              <a:buChar char="○"/>
              <a:defRPr/>
            </a:lvl5pPr>
            <a:lvl6pPr indent="-317500" lvl="5" marL="2743200" algn="ctr">
              <a:spcBef>
                <a:spcPts val="0"/>
              </a:spcBef>
              <a:spcAft>
                <a:spcPts val="0"/>
              </a:spcAft>
              <a:buSzPts val="1400"/>
              <a:buChar char="■"/>
              <a:defRPr/>
            </a:lvl6pPr>
            <a:lvl7pPr indent="-317500" lvl="6" marL="3200400" algn="ctr">
              <a:spcBef>
                <a:spcPts val="0"/>
              </a:spcBef>
              <a:spcAft>
                <a:spcPts val="0"/>
              </a:spcAft>
              <a:buSzPts val="1400"/>
              <a:buChar char="●"/>
              <a:defRPr/>
            </a:lvl7pPr>
            <a:lvl8pPr indent="-317500" lvl="7" marL="3657600" algn="ctr">
              <a:spcBef>
                <a:spcPts val="0"/>
              </a:spcBef>
              <a:spcAft>
                <a:spcPts val="0"/>
              </a:spcAft>
              <a:buSzPts val="1400"/>
              <a:buChar char="○"/>
              <a:defRPr/>
            </a:lvl8pPr>
            <a:lvl9pPr indent="-317500" lvl="8" marL="4114800" algn="ctr">
              <a:spcBef>
                <a:spcPts val="0"/>
              </a:spcBef>
              <a:spcAft>
                <a:spcPts val="0"/>
              </a:spcAft>
              <a:buSzPts val="1400"/>
              <a:buChar char="■"/>
              <a:defRPr/>
            </a:lvl9pPr>
          </a:lstStyle>
          <a:p/>
        </p:txBody>
      </p:sp>
      <p:sp>
        <p:nvSpPr>
          <p:cNvPr id="47" name="Google Shape;47;p11"/>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Layouts/slideLayout11.xml><?xml version="1.0" encoding="utf-8"?>
<p:sldLayout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matchingName="Blank" type="blank">
  <p:cSld name="BLANK">
    <p:spTree>
      <p:nvGrpSpPr>
        <p:cNvPr id="48" name="Shape 48"/>
        <p:cNvGrpSpPr/>
        <p:nvPr/>
      </p:nvGrpSpPr>
      <p:grpSpPr>
        <a:xfrm>
          <a:off x="0" y="0"/>
          <a:ext cx="0" cy="0"/>
          <a:chOff x="0" y="0"/>
          <a:chExt cx="0" cy="0"/>
        </a:xfrm>
      </p:grpSpPr>
      <p:sp>
        <p:nvSpPr>
          <p:cNvPr id="49" name="Google Shape;49;p12"/>
          <p:cNvSpPr txBox="1"/>
          <p:nvPr>
            <p:ph idx="12" type="sldNum"/>
          </p:nvPr>
        </p:nvSpPr>
        <p:spPr>
          <a:xfrm>
            <a:off x="8472458" y="4663217"/>
            <a:ext cx="548700" cy="393600"/>
          </a:xfrm>
          <a:prstGeom prst="rect">
            <a:avLst/>
          </a:prstGeom>
        </p:spPr>
        <p:txBody>
          <a:bodyPr anchorCtr="0" anchor="ctr" bIns="91425" lIns="91425" spcFirstLastPara="1" rIns="91425" wrap="square" tIns="91425">
            <a:normAutofit/>
          </a:bodyPr>
          <a:lstStyle>
            <a:lvl1pPr lvl="0">
              <a:buNone/>
              <a:defRPr/>
            </a:lvl1pPr>
            <a:lvl2pPr lvl="1">
              <a:buNone/>
              <a:defRPr/>
            </a:lvl2pPr>
            <a:lvl3pPr lvl="2">
              <a:buNone/>
              <a:defRPr/>
            </a:lvl3pPr>
            <a:lvl4pPr lvl="3">
              <a:buNone/>
              <a:defRPr/>
            </a:lvl4pPr>
            <a:lvl5pPr lvl="4">
              <a:buNone/>
              <a:defRPr/>
            </a:lvl5pPr>
            <a:lvl6pPr lvl="5">
              <a:buNone/>
              <a:defRPr/>
            </a:lvl6pPr>
            <a:lvl7pPr lvl="6">
              <a:buNone/>
              <a:defRPr/>
            </a:lvl7pPr>
            <a:lvl8pPr lvl="7">
              <a:buNone/>
              <a:defRPr/>
            </a:lvl8pPr>
            <a:lvl9pPr lvl="8">
              <a:buNone/>
              <a:defRPr/>
            </a:lvl9pPr>
          </a:lstStyle>
          <a:p>
            <a:pPr indent="0" lvl="0" marL="0" rtl="0" algn="r">
              <a:spcBef>
                <a:spcPts val="0"/>
              </a:spcBef>
              <a:spcAft>
                <a:spcPts val="0"/>
              </a:spcAft>
              <a:buNone/>
            </a:pPr>
            <a:fld id="{00000000-1234-1234-1234-123412341234}" type="slidenum">
              <a:rPr lang="en-GB"/>
              <a:t>‹#›</a:t>
            </a:fld>
            <a:endParaRPr/>
          </a:p>
        </p:txBody>
      </p:sp>
    </p:spTree>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name="simple-light-2">
    <p:bg>
      <p:bgPr>
        <a:solidFill>
          <a:schemeClr val="lt1"/>
        </a:solidFill>
      </p:bgPr>
    </p:bg>
    <p:spTree>
      <p:nvGrpSpPr>
        <p:cNvPr id="5" name="Shape 5"/>
        <p:cNvGrpSpPr/>
        <p:nvPr/>
      </p:nvGrpSpPr>
      <p:grpSpPr>
        <a:xfrm>
          <a:off x="0" y="0"/>
          <a:ext cx="0" cy="0"/>
          <a:chOff x="0" y="0"/>
          <a:chExt cx="0" cy="0"/>
        </a:xfrm>
      </p:grpSpPr>
      <p:sp>
        <p:nvSpPr>
          <p:cNvPr id="6" name="Google Shape;6;p1"/>
          <p:cNvSpPr txBox="1"/>
          <p:nvPr>
            <p:ph type="title"/>
          </p:nvPr>
        </p:nvSpPr>
        <p:spPr>
          <a:xfrm>
            <a:off x="311700" y="445025"/>
            <a:ext cx="8520600" cy="572700"/>
          </a:xfrm>
          <a:prstGeom prst="rect">
            <a:avLst/>
          </a:prstGeom>
          <a:noFill/>
          <a:ln>
            <a:noFill/>
          </a:ln>
        </p:spPr>
        <p:txBody>
          <a:bodyPr anchorCtr="0" anchor="t" bIns="91425" lIns="91425" spcFirstLastPara="1" rIns="91425" wrap="square" tIns="91425">
            <a:normAutofit/>
          </a:bodyPr>
          <a:lstStyle>
            <a:lvl1pPr lvl="0">
              <a:spcBef>
                <a:spcPts val="0"/>
              </a:spcBef>
              <a:spcAft>
                <a:spcPts val="0"/>
              </a:spcAft>
              <a:buClr>
                <a:schemeClr val="dk1"/>
              </a:buClr>
              <a:buSzPts val="2800"/>
              <a:buNone/>
              <a:defRPr sz="2800">
                <a:solidFill>
                  <a:schemeClr val="dk1"/>
                </a:solidFill>
              </a:defRPr>
            </a:lvl1pPr>
            <a:lvl2pPr lvl="1">
              <a:spcBef>
                <a:spcPts val="0"/>
              </a:spcBef>
              <a:spcAft>
                <a:spcPts val="0"/>
              </a:spcAft>
              <a:buClr>
                <a:schemeClr val="dk1"/>
              </a:buClr>
              <a:buSzPts val="2800"/>
              <a:buNone/>
              <a:defRPr sz="2800">
                <a:solidFill>
                  <a:schemeClr val="dk1"/>
                </a:solidFill>
              </a:defRPr>
            </a:lvl2pPr>
            <a:lvl3pPr lvl="2">
              <a:spcBef>
                <a:spcPts val="0"/>
              </a:spcBef>
              <a:spcAft>
                <a:spcPts val="0"/>
              </a:spcAft>
              <a:buClr>
                <a:schemeClr val="dk1"/>
              </a:buClr>
              <a:buSzPts val="2800"/>
              <a:buNone/>
              <a:defRPr sz="2800">
                <a:solidFill>
                  <a:schemeClr val="dk1"/>
                </a:solidFill>
              </a:defRPr>
            </a:lvl3pPr>
            <a:lvl4pPr lvl="3">
              <a:spcBef>
                <a:spcPts val="0"/>
              </a:spcBef>
              <a:spcAft>
                <a:spcPts val="0"/>
              </a:spcAft>
              <a:buClr>
                <a:schemeClr val="dk1"/>
              </a:buClr>
              <a:buSzPts val="2800"/>
              <a:buNone/>
              <a:defRPr sz="2800">
                <a:solidFill>
                  <a:schemeClr val="dk1"/>
                </a:solidFill>
              </a:defRPr>
            </a:lvl4pPr>
            <a:lvl5pPr lvl="4">
              <a:spcBef>
                <a:spcPts val="0"/>
              </a:spcBef>
              <a:spcAft>
                <a:spcPts val="0"/>
              </a:spcAft>
              <a:buClr>
                <a:schemeClr val="dk1"/>
              </a:buClr>
              <a:buSzPts val="2800"/>
              <a:buNone/>
              <a:defRPr sz="2800">
                <a:solidFill>
                  <a:schemeClr val="dk1"/>
                </a:solidFill>
              </a:defRPr>
            </a:lvl5pPr>
            <a:lvl6pPr lvl="5">
              <a:spcBef>
                <a:spcPts val="0"/>
              </a:spcBef>
              <a:spcAft>
                <a:spcPts val="0"/>
              </a:spcAft>
              <a:buClr>
                <a:schemeClr val="dk1"/>
              </a:buClr>
              <a:buSzPts val="2800"/>
              <a:buNone/>
              <a:defRPr sz="2800">
                <a:solidFill>
                  <a:schemeClr val="dk1"/>
                </a:solidFill>
              </a:defRPr>
            </a:lvl6pPr>
            <a:lvl7pPr lvl="6">
              <a:spcBef>
                <a:spcPts val="0"/>
              </a:spcBef>
              <a:spcAft>
                <a:spcPts val="0"/>
              </a:spcAft>
              <a:buClr>
                <a:schemeClr val="dk1"/>
              </a:buClr>
              <a:buSzPts val="2800"/>
              <a:buNone/>
              <a:defRPr sz="2800">
                <a:solidFill>
                  <a:schemeClr val="dk1"/>
                </a:solidFill>
              </a:defRPr>
            </a:lvl7pPr>
            <a:lvl8pPr lvl="7">
              <a:spcBef>
                <a:spcPts val="0"/>
              </a:spcBef>
              <a:spcAft>
                <a:spcPts val="0"/>
              </a:spcAft>
              <a:buClr>
                <a:schemeClr val="dk1"/>
              </a:buClr>
              <a:buSzPts val="2800"/>
              <a:buNone/>
              <a:defRPr sz="2800">
                <a:solidFill>
                  <a:schemeClr val="dk1"/>
                </a:solidFill>
              </a:defRPr>
            </a:lvl8pPr>
            <a:lvl9pPr lvl="8">
              <a:spcBef>
                <a:spcPts val="0"/>
              </a:spcBef>
              <a:spcAft>
                <a:spcPts val="0"/>
              </a:spcAft>
              <a:buClr>
                <a:schemeClr val="dk1"/>
              </a:buClr>
              <a:buSzPts val="2800"/>
              <a:buNone/>
              <a:defRPr sz="2800">
                <a:solidFill>
                  <a:schemeClr val="dk1"/>
                </a:solidFill>
              </a:defRPr>
            </a:lvl9pPr>
          </a:lstStyle>
          <a:p/>
        </p:txBody>
      </p:sp>
      <p:sp>
        <p:nvSpPr>
          <p:cNvPr id="7" name="Google Shape;7;p1"/>
          <p:cNvSpPr txBox="1"/>
          <p:nvPr>
            <p:ph idx="1" type="body"/>
          </p:nvPr>
        </p:nvSpPr>
        <p:spPr>
          <a:xfrm>
            <a:off x="311700" y="1152475"/>
            <a:ext cx="8520600" cy="3416400"/>
          </a:xfrm>
          <a:prstGeom prst="rect">
            <a:avLst/>
          </a:prstGeom>
          <a:noFill/>
          <a:ln>
            <a:noFill/>
          </a:ln>
        </p:spPr>
        <p:txBody>
          <a:bodyPr anchorCtr="0" anchor="t" bIns="91425" lIns="91425" spcFirstLastPara="1" rIns="91425" wrap="square" tIns="91425">
            <a:normAutofit/>
          </a:bodyPr>
          <a:lstStyle>
            <a:lvl1pPr indent="-342900" lvl="0" marL="457200">
              <a:lnSpc>
                <a:spcPct val="115000"/>
              </a:lnSpc>
              <a:spcBef>
                <a:spcPts val="0"/>
              </a:spcBef>
              <a:spcAft>
                <a:spcPts val="0"/>
              </a:spcAft>
              <a:buClr>
                <a:schemeClr val="dk2"/>
              </a:buClr>
              <a:buSzPts val="1800"/>
              <a:buChar char="●"/>
              <a:defRPr sz="1800">
                <a:solidFill>
                  <a:schemeClr val="dk2"/>
                </a:solidFill>
              </a:defRPr>
            </a:lvl1pPr>
            <a:lvl2pPr indent="-317500" lvl="1" marL="914400">
              <a:lnSpc>
                <a:spcPct val="115000"/>
              </a:lnSpc>
              <a:spcBef>
                <a:spcPts val="0"/>
              </a:spcBef>
              <a:spcAft>
                <a:spcPts val="0"/>
              </a:spcAft>
              <a:buClr>
                <a:schemeClr val="dk2"/>
              </a:buClr>
              <a:buSzPts val="1400"/>
              <a:buChar char="○"/>
              <a:defRPr>
                <a:solidFill>
                  <a:schemeClr val="dk2"/>
                </a:solidFill>
              </a:defRPr>
            </a:lvl2pPr>
            <a:lvl3pPr indent="-317500" lvl="2" marL="1371600">
              <a:lnSpc>
                <a:spcPct val="115000"/>
              </a:lnSpc>
              <a:spcBef>
                <a:spcPts val="0"/>
              </a:spcBef>
              <a:spcAft>
                <a:spcPts val="0"/>
              </a:spcAft>
              <a:buClr>
                <a:schemeClr val="dk2"/>
              </a:buClr>
              <a:buSzPts val="1400"/>
              <a:buChar char="■"/>
              <a:defRPr>
                <a:solidFill>
                  <a:schemeClr val="dk2"/>
                </a:solidFill>
              </a:defRPr>
            </a:lvl3pPr>
            <a:lvl4pPr indent="-317500" lvl="3" marL="1828800">
              <a:lnSpc>
                <a:spcPct val="115000"/>
              </a:lnSpc>
              <a:spcBef>
                <a:spcPts val="0"/>
              </a:spcBef>
              <a:spcAft>
                <a:spcPts val="0"/>
              </a:spcAft>
              <a:buClr>
                <a:schemeClr val="dk2"/>
              </a:buClr>
              <a:buSzPts val="1400"/>
              <a:buChar char="●"/>
              <a:defRPr>
                <a:solidFill>
                  <a:schemeClr val="dk2"/>
                </a:solidFill>
              </a:defRPr>
            </a:lvl4pPr>
            <a:lvl5pPr indent="-317500" lvl="4" marL="2286000">
              <a:lnSpc>
                <a:spcPct val="115000"/>
              </a:lnSpc>
              <a:spcBef>
                <a:spcPts val="0"/>
              </a:spcBef>
              <a:spcAft>
                <a:spcPts val="0"/>
              </a:spcAft>
              <a:buClr>
                <a:schemeClr val="dk2"/>
              </a:buClr>
              <a:buSzPts val="1400"/>
              <a:buChar char="○"/>
              <a:defRPr>
                <a:solidFill>
                  <a:schemeClr val="dk2"/>
                </a:solidFill>
              </a:defRPr>
            </a:lvl5pPr>
            <a:lvl6pPr indent="-317500" lvl="5" marL="2743200">
              <a:lnSpc>
                <a:spcPct val="115000"/>
              </a:lnSpc>
              <a:spcBef>
                <a:spcPts val="0"/>
              </a:spcBef>
              <a:spcAft>
                <a:spcPts val="0"/>
              </a:spcAft>
              <a:buClr>
                <a:schemeClr val="dk2"/>
              </a:buClr>
              <a:buSzPts val="1400"/>
              <a:buChar char="■"/>
              <a:defRPr>
                <a:solidFill>
                  <a:schemeClr val="dk2"/>
                </a:solidFill>
              </a:defRPr>
            </a:lvl6pPr>
            <a:lvl7pPr indent="-317500" lvl="6" marL="3200400">
              <a:lnSpc>
                <a:spcPct val="115000"/>
              </a:lnSpc>
              <a:spcBef>
                <a:spcPts val="0"/>
              </a:spcBef>
              <a:spcAft>
                <a:spcPts val="0"/>
              </a:spcAft>
              <a:buClr>
                <a:schemeClr val="dk2"/>
              </a:buClr>
              <a:buSzPts val="1400"/>
              <a:buChar char="●"/>
              <a:defRPr>
                <a:solidFill>
                  <a:schemeClr val="dk2"/>
                </a:solidFill>
              </a:defRPr>
            </a:lvl7pPr>
            <a:lvl8pPr indent="-317500" lvl="7" marL="3657600">
              <a:lnSpc>
                <a:spcPct val="115000"/>
              </a:lnSpc>
              <a:spcBef>
                <a:spcPts val="0"/>
              </a:spcBef>
              <a:spcAft>
                <a:spcPts val="0"/>
              </a:spcAft>
              <a:buClr>
                <a:schemeClr val="dk2"/>
              </a:buClr>
              <a:buSzPts val="1400"/>
              <a:buChar char="○"/>
              <a:defRPr>
                <a:solidFill>
                  <a:schemeClr val="dk2"/>
                </a:solidFill>
              </a:defRPr>
            </a:lvl8pPr>
            <a:lvl9pPr indent="-317500" lvl="8" marL="4114800">
              <a:lnSpc>
                <a:spcPct val="115000"/>
              </a:lnSpc>
              <a:spcBef>
                <a:spcPts val="0"/>
              </a:spcBef>
              <a:spcAft>
                <a:spcPts val="0"/>
              </a:spcAft>
              <a:buClr>
                <a:schemeClr val="dk2"/>
              </a:buClr>
              <a:buSzPts val="1400"/>
              <a:buChar char="■"/>
              <a:defRPr>
                <a:solidFill>
                  <a:schemeClr val="dk2"/>
                </a:solidFill>
              </a:defRPr>
            </a:lvl9pPr>
          </a:lstStyle>
          <a:p/>
        </p:txBody>
      </p:sp>
      <p:sp>
        <p:nvSpPr>
          <p:cNvPr id="8" name="Google Shape;8;p1"/>
          <p:cNvSpPr txBox="1"/>
          <p:nvPr>
            <p:ph idx="12" type="sldNum"/>
          </p:nvPr>
        </p:nvSpPr>
        <p:spPr>
          <a:xfrm>
            <a:off x="8472458" y="4663217"/>
            <a:ext cx="548700" cy="393600"/>
          </a:xfrm>
          <a:prstGeom prst="rect">
            <a:avLst/>
          </a:prstGeom>
          <a:noFill/>
          <a:ln>
            <a:noFill/>
          </a:ln>
        </p:spPr>
        <p:txBody>
          <a:bodyPr anchorCtr="0" anchor="ctr" bIns="91425" lIns="91425" spcFirstLastPara="1" rIns="91425" wrap="square" tIns="91425">
            <a:normAutofit/>
          </a:bodyPr>
          <a:lstStyle>
            <a:lvl1pPr lvl="0" algn="r">
              <a:buNone/>
              <a:defRPr sz="1000">
                <a:solidFill>
                  <a:schemeClr val="dk2"/>
                </a:solidFill>
              </a:defRPr>
            </a:lvl1pPr>
            <a:lvl2pPr lvl="1" algn="r">
              <a:buNone/>
              <a:defRPr sz="1000">
                <a:solidFill>
                  <a:schemeClr val="dk2"/>
                </a:solidFill>
              </a:defRPr>
            </a:lvl2pPr>
            <a:lvl3pPr lvl="2" algn="r">
              <a:buNone/>
              <a:defRPr sz="1000">
                <a:solidFill>
                  <a:schemeClr val="dk2"/>
                </a:solidFill>
              </a:defRPr>
            </a:lvl3pPr>
            <a:lvl4pPr lvl="3" algn="r">
              <a:buNone/>
              <a:defRPr sz="1000">
                <a:solidFill>
                  <a:schemeClr val="dk2"/>
                </a:solidFill>
              </a:defRPr>
            </a:lvl4pPr>
            <a:lvl5pPr lvl="4" algn="r">
              <a:buNone/>
              <a:defRPr sz="1000">
                <a:solidFill>
                  <a:schemeClr val="dk2"/>
                </a:solidFill>
              </a:defRPr>
            </a:lvl5pPr>
            <a:lvl6pPr lvl="5" algn="r">
              <a:buNone/>
              <a:defRPr sz="1000">
                <a:solidFill>
                  <a:schemeClr val="dk2"/>
                </a:solidFill>
              </a:defRPr>
            </a:lvl6pPr>
            <a:lvl7pPr lvl="6" algn="r">
              <a:buNone/>
              <a:defRPr sz="1000">
                <a:solidFill>
                  <a:schemeClr val="dk2"/>
                </a:solidFill>
              </a:defRPr>
            </a:lvl7pPr>
            <a:lvl8pPr lvl="7" algn="r">
              <a:buNone/>
              <a:defRPr sz="1000">
                <a:solidFill>
                  <a:schemeClr val="dk2"/>
                </a:solidFill>
              </a:defRPr>
            </a:lvl8pPr>
            <a:lvl9pPr lvl="8" algn="r">
              <a:buNone/>
              <a:defRPr sz="1000">
                <a:solidFill>
                  <a:schemeClr val="dk2"/>
                </a:solidFill>
              </a:defRPr>
            </a:lvl9pPr>
          </a:lstStyle>
          <a:p>
            <a:pPr indent="0" lvl="0" marL="0" rtl="0" algn="r">
              <a:spcBef>
                <a:spcPts val="0"/>
              </a:spcBef>
              <a:spcAft>
                <a:spcPts val="0"/>
              </a:spcAft>
              <a:buNone/>
            </a:pPr>
            <a:fld id="{00000000-1234-1234-1234-123412341234}" type="slidenum">
              <a:rPr lang="en-GB"/>
              <a:t>‹#›</a:t>
            </a:fld>
            <a:endParaRPr/>
          </a:p>
        </p:txBody>
      </p:sp>
    </p:spTree>
  </p:cSld>
  <p:clrMap accent1="accent1" accent2="accent2" accent3="accent3" accent4="accent4" accent5="accent5" accent6="accent6" bg1="lt1" bg2="dk2" tx1="dk1" tx2="lt2" folHlink="folHlink" hlink="hlink"/>
  <p:sldLayoutIdLst>
    <p:sldLayoutId id="2147483648" r:id="rId1"/>
    <p:sldLayoutId id="2147483649" r:id="rId2"/>
    <p:sldLayoutId id="2147483650" r:id="rId3"/>
    <p:sldLayoutId id="2147483651" r:id="rId4"/>
    <p:sldLayoutId id="2147483652" r:id="rId5"/>
    <p:sldLayoutId id="2147483653" r:id="rId6"/>
    <p:sldLayoutId id="2147483654" r:id="rId7"/>
    <p:sldLayoutId id="2147483655" r:id="rId8"/>
    <p:sldLayoutId id="2147483656" r:id="rId9"/>
    <p:sldLayoutId id="2147483657" r:id="rId10"/>
    <p:sldLayoutId id="2147483658" r:id="rId11"/>
  </p:sldLayoutIdLst>
  <p:hf dt="0" ftr="0" hdr="0" sldNum="0"/>
  <p:txStyles>
    <p:title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titleStyle>
    <p:body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bodyStyle>
    <p:otherStyle>
      <a:defPPr lvl="0" marR="0" rtl="0" algn="l">
        <a:lnSpc>
          <a:spcPct val="100000"/>
        </a:lnSpc>
        <a:spcBef>
          <a:spcPts val="0"/>
        </a:spcBef>
        <a:spcAft>
          <a:spcPts val="0"/>
        </a:spcAft>
      </a:defPPr>
      <a:lvl1pPr lvl="0"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1pPr>
      <a:lvl2pPr lvl="1"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2pPr>
      <a:lvl3pPr lvl="2"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3pPr>
      <a:lvl4pPr lvl="3"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4pPr>
      <a:lvl5pPr lvl="4"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5pPr>
      <a:lvl6pPr lvl="5"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6pPr>
      <a:lvl7pPr lvl="6"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7pPr>
      <a:lvl8pPr lvl="7"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8pPr>
      <a:lvl9pPr lvl="8" marR="0" rtl="0" algn="l">
        <a:lnSpc>
          <a:spcPct val="100000"/>
        </a:lnSpc>
        <a:spcBef>
          <a:spcPts val="0"/>
        </a:spcBef>
        <a:spcAft>
          <a:spcPts val="0"/>
        </a:spcAft>
        <a:buClr>
          <a:srgbClr val="000000"/>
        </a:buClr>
        <a:buFont typeface="Arial"/>
        <a:defRPr b="0" i="0" spc="0" sz="1400" u="none" cap="none" strike="noStrike">
          <a:solidFill>
            <a:srgbClr val="000000"/>
          </a:solidFill>
          <a:latin typeface="Arial"/>
          <a:ea typeface="Arial"/>
          <a:cs typeface="Arial"/>
          <a:sym typeface="Arial"/>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notesSlide" Target="../notesSlides/notesSlide1.xml"/><Relationship Id="rId3" Type="http://schemas.openxmlformats.org/officeDocument/2006/relationships/image" Target="../media/image1.jpg"/></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2.xml"/><Relationship Id="rId3" Type="http://schemas.openxmlformats.org/officeDocument/2006/relationships/image" Target="../media/image1.jpg"/><Relationship Id="rId4" Type="http://schemas.openxmlformats.org/officeDocument/2006/relationships/image" Target="../media/image2.png"/></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3.xml"/><Relationship Id="rId3" Type="http://schemas.openxmlformats.org/officeDocument/2006/relationships/image" Target="../media/image1.jpg"/><Relationship Id="rId4" Type="http://schemas.openxmlformats.org/officeDocument/2006/relationships/image" Target="../media/image3.png"/></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4.xml"/><Relationship Id="rId3" Type="http://schemas.openxmlformats.org/officeDocument/2006/relationships/image" Target="../media/image1.jpg"/><Relationship Id="rId4" Type="http://schemas.openxmlformats.org/officeDocument/2006/relationships/image" Target="../media/image4.png"/></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3.xml"/><Relationship Id="rId2" Type="http://schemas.openxmlformats.org/officeDocument/2006/relationships/notesSlide" Target="../notesSlides/notesSlide5.xml"/><Relationship Id="rId3" Type="http://schemas.openxmlformats.org/officeDocument/2006/relationships/image" Target="../media/image1.jpg"/><Relationship Id="rId4" Type="http://schemas.openxmlformats.org/officeDocument/2006/relationships/image" Target="../media/image5.png"/></Relationships>
</file>

<file path=ppt/slides/slide1.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53" name="Shape 53"/>
        <p:cNvGrpSpPr/>
        <p:nvPr/>
      </p:nvGrpSpPr>
      <p:grpSpPr>
        <a:xfrm>
          <a:off x="0" y="0"/>
          <a:ext cx="0" cy="0"/>
          <a:chOff x="0" y="0"/>
          <a:chExt cx="0" cy="0"/>
        </a:xfrm>
      </p:grpSpPr>
      <p:sp>
        <p:nvSpPr>
          <p:cNvPr id="54" name="Google Shape;54;p13"/>
          <p:cNvSpPr txBox="1"/>
          <p:nvPr>
            <p:ph type="ctrTitle"/>
          </p:nvPr>
        </p:nvSpPr>
        <p:spPr>
          <a:xfrm>
            <a:off x="1174352" y="368775"/>
            <a:ext cx="6795300" cy="728100"/>
          </a:xfrm>
          <a:prstGeom prst="rect">
            <a:avLst/>
          </a:prstGeom>
          <a:ln cap="flat" cmpd="sng" w="9525">
            <a:solidFill>
              <a:schemeClr val="lt1"/>
            </a:solidFill>
            <a:prstDash val="solid"/>
            <a:round/>
            <a:headEnd len="sm" w="sm" type="none"/>
            <a:tailEnd len="sm" w="sm" type="none"/>
          </a:ln>
        </p:spPr>
        <p:txBody>
          <a:bodyPr anchorCtr="0" anchor="b" bIns="91425" lIns="91425" spcFirstLastPara="1" rIns="91425" wrap="square" tIns="91425">
            <a:normAutofit fontScale="90000"/>
          </a:bodyPr>
          <a:lstStyle/>
          <a:p>
            <a:pPr indent="0" lvl="0" marL="0" marR="0" rtl="0" algn="ctr">
              <a:lnSpc>
                <a:spcPct val="100000"/>
              </a:lnSpc>
              <a:spcBef>
                <a:spcPts val="0"/>
              </a:spcBef>
              <a:spcAft>
                <a:spcPts val="0"/>
              </a:spcAft>
              <a:buNone/>
            </a:pPr>
            <a:r>
              <a:rPr lang="en-GB">
                <a:solidFill>
                  <a:srgbClr val="20124D"/>
                </a:solidFill>
                <a:latin typeface="Impact"/>
                <a:ea typeface="Impact"/>
                <a:cs typeface="Impact"/>
                <a:sym typeface="Impact"/>
              </a:rPr>
              <a:t>Manipal Hackathon 2026</a:t>
            </a:r>
            <a:endParaRPr>
              <a:solidFill>
                <a:srgbClr val="20124D"/>
              </a:solidFill>
              <a:latin typeface="Impact"/>
              <a:ea typeface="Impact"/>
              <a:cs typeface="Impact"/>
              <a:sym typeface="Impact"/>
            </a:endParaRPr>
          </a:p>
        </p:txBody>
      </p:sp>
      <p:sp>
        <p:nvSpPr>
          <p:cNvPr id="55" name="Google Shape;55;p13"/>
          <p:cNvSpPr txBox="1"/>
          <p:nvPr>
            <p:ph idx="1" type="subTitle"/>
          </p:nvPr>
        </p:nvSpPr>
        <p:spPr>
          <a:xfrm>
            <a:off x="112050" y="1683300"/>
            <a:ext cx="9144000" cy="3065700"/>
          </a:xfrm>
          <a:prstGeom prst="rect">
            <a:avLst/>
          </a:prstGeom>
        </p:spPr>
        <p:txBody>
          <a:bodyPr anchorCtr="0" anchor="t" bIns="137160" lIns="365760" spcFirstLastPara="1" rIns="365760" wrap="square" tIns="137160">
            <a:normAutofit/>
          </a:bodyPr>
          <a:lstStyle/>
          <a:p>
            <a:pPr indent="0" lvl="0" marL="0" rtl="0" algn="l">
              <a:spcBef>
                <a:spcPts val="0"/>
              </a:spcBef>
              <a:spcAft>
                <a:spcPts val="800"/>
              </a:spcAft>
              <a:buNone/>
            </a:pPr>
            <a:r>
              <a:rPr sz="1300" b="1">
                <a:solidFill>
                  <a:srgbClr val="351C75"/>
                </a:solidFill>
                <a:latin typeface="Roboto Mono"/>
              </a:rPr>
              <a:t>Team Name:           </a:t>
            </a:r>
            <a:r>
              <a:rPr sz="1300" b="0">
                <a:solidFill>
                  <a:srgbClr val="1F2429"/>
                </a:solidFill>
                <a:latin typeface="Calibri"/>
              </a:rPr>
              <a:t>Vanishing Dose (Team Aman)</a:t>
            </a:r>
            <a:endParaRPr sz="2500">
              <a:solidFill>
                <a:schemeClr val="dk1"/>
              </a:solidFill>
              <a:latin typeface="Roboto Mono"/>
              <a:ea typeface="Roboto Mono"/>
              <a:cs typeface="Roboto Mono"/>
              <a:sym typeface="Roboto Mono"/>
            </a:endParaRPr>
          </a:p>
          <a:p>
            <a:pPr algn="l">
              <a:spcAft>
                <a:spcPts val="800"/>
              </a:spcAft>
            </a:pPr>
            <a:r>
              <a:rPr sz="1300" b="1">
                <a:solidFill>
                  <a:srgbClr val="351C75"/>
                </a:solidFill>
                <a:latin typeface="Roboto Mono"/>
              </a:rPr>
              <a:t>Track:               </a:t>
            </a:r>
            <a:r>
              <a:rPr sz="1300" b="0">
                <a:solidFill>
                  <a:srgbClr val="1F2429"/>
                </a:solidFill>
                <a:latin typeface="Calibri"/>
              </a:rPr>
              <a:t>Healthcare (SDG 3: Good Health and Well-being)</a:t>
            </a:r>
          </a:p>
          <a:p>
            <a:pPr algn="l">
              <a:spcAft>
                <a:spcPts val="800"/>
              </a:spcAft>
            </a:pPr>
            <a:r>
              <a:rPr sz="1300" b="1">
                <a:solidFill>
                  <a:srgbClr val="351C75"/>
                </a:solidFill>
                <a:latin typeface="Roboto Mono"/>
              </a:rPr>
              <a:t>Problem Statement:   </a:t>
            </a:r>
            <a:r>
              <a:rPr sz="1300" b="1">
                <a:solidFill>
                  <a:srgbClr val="1F2429"/>
                </a:solidFill>
                <a:latin typeface="Calibri"/>
              </a:rPr>
              <a:t>P01: The Vanishing Dose - Detecting Medication Non-Adherence Without Asking</a:t>
            </a:r>
          </a:p>
          <a:p>
            <a:pPr algn="l">
              <a:spcAft>
                <a:spcPts val="800"/>
              </a:spcAft>
            </a:pPr>
            <a:r>
              <a:rPr sz="1300" b="1">
                <a:solidFill>
                  <a:srgbClr val="351C75"/>
                </a:solidFill>
                <a:latin typeface="Roboto Mono"/>
              </a:rPr>
              <a:t>Solution Title:      </a:t>
            </a:r>
            <a:r>
              <a:rPr sz="1300" b="1">
                <a:solidFill>
                  <a:srgbClr val="1F2429"/>
                </a:solidFill>
                <a:latin typeface="Calibri"/>
              </a:rPr>
              <a:t>Vanishing Dose: Multi-Signal Clinical Decision Support &amp; Adherence Telemetry Engine</a:t>
            </a:r>
          </a:p>
          <a:p>
            <a:pPr algn="l">
              <a:spcAft>
                <a:spcPts val="800"/>
              </a:spcAft>
            </a:pPr>
            <a:r>
              <a:rPr sz="1300" b="1">
                <a:solidFill>
                  <a:srgbClr val="351C75"/>
                </a:solidFill>
                <a:latin typeface="Roboto Mono"/>
              </a:rPr>
              <a:t>Team Members:        </a:t>
            </a:r>
            <a:r>
              <a:rPr sz="1300" b="0">
                <a:solidFill>
                  <a:srgbClr val="1F2429"/>
                </a:solidFill>
                <a:latin typeface="Calibri"/>
              </a:rPr>
              <a:t>Aman, Tanish Kuvar</a:t>
            </a:r>
          </a:p>
          <a:p>
            <a:pPr algn="l">
              <a:spcAft>
                <a:spcPts val="800"/>
              </a:spcAft>
            </a:pPr>
            <a:r>
              <a:rPr sz="1300" b="1">
                <a:solidFill>
                  <a:srgbClr val="351C75"/>
                </a:solidFill>
                <a:latin typeface="Roboto Mono"/>
              </a:rPr>
              <a:t>Working Prototype:   </a:t>
            </a:r>
            <a:r>
              <a:rPr sz="1300" b="0">
                <a:solidFill>
                  <a:srgbClr val="16754C"/>
                </a:solidFill>
                <a:latin typeface="Calibri"/>
              </a:rPr>
              <a:t>https://github.com/tanishkuvar11/Vanishing-Dose  (Live Demo: http://localhost:5173/simulator)</a:t>
            </a:r>
          </a:p>
          <a:p>
            <a:pPr algn="l">
              <a:spcAft>
                <a:spcPts val="800"/>
              </a:spcAft>
            </a:pPr>
            <a:r>
              <a:rPr sz="1300" b="1">
                <a:solidFill>
                  <a:srgbClr val="351C75"/>
                </a:solidFill>
                <a:latin typeface="Roboto Mono"/>
              </a:rPr>
              <a:t>Evaluation Target:   </a:t>
            </a:r>
            <a:r>
              <a:rPr sz="1300" b="0">
                <a:solidFill>
                  <a:srgbClr val="1F2429"/>
                </a:solidFill>
                <a:latin typeface="Calibri"/>
              </a:rPr>
              <a:t>Round 1 Ideation + Section 8.6 Prototype Bonus Submission</a:t>
            </a:r>
          </a:p>
        </p:txBody>
      </p:sp>
      <p:pic>
        <p:nvPicPr>
          <p:cNvPr id="56" name="Google Shape;56;p13"/>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spTree>
  </p:cSld>
  <p:clrMapOvr>
    <a:masterClrMapping/>
  </p:clrMapOvr>
</p:sld>
</file>

<file path=ppt/slides/slide2.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0" name="Shape 60"/>
        <p:cNvGrpSpPr/>
        <p:nvPr/>
      </p:nvGrpSpPr>
      <p:grpSpPr>
        <a:xfrm>
          <a:off x="0" y="0"/>
          <a:ext cx="0" cy="0"/>
          <a:chOff x="0" y="0"/>
          <a:chExt cx="0" cy="0"/>
        </a:xfrm>
      </p:grpSpPr>
      <p:sp>
        <p:nvSpPr>
          <p:cNvPr id="61" name="Google Shape;61;p14"/>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a:defRPr sz="2800">
                <a:solidFill>
                  <a:srgbClr val="351C75"/>
                </a:solidFill>
                <a:latin typeface="Impact"/>
              </a:defRPr>
            </a:pPr>
            <a:r>
              <a:t>Solution</a:t>
            </a:r>
          </a:p>
        </p:txBody>
      </p:sp>
      <p:sp>
        <p:nvSpPr>
          <p:cNvPr id="62" name="Google Shape;62;p14"/>
          <p:cNvSpPr txBox="1"/>
          <p:nvPr>
            <p:ph idx="1" type="body"/>
          </p:nvPr>
        </p:nvSpPr>
        <p:spPr>
          <a:xfrm>
            <a:off x="365760" y="1024128"/>
            <a:ext cx="3977639" cy="3840480"/>
          </a:xfrm>
          <a:prstGeom prst="rect">
            <a:avLst/>
          </a:prstGeom>
        </p:spPr>
        <p:txBody>
          <a:bodyPr anchorCtr="0" anchor="t" lIns="45720" spcFirstLastPara="1" rIns="45720" wrap="square">
            <a:normAutofit/>
          </a:bodyPr>
          <a:lstStyle/>
          <a:p>
            <a:pPr indent="0" marL="0" rtl="0" algn="l">
              <a:spcBef>
                <a:spcPts val="0"/>
              </a:spcBef>
              <a:spcAft>
                <a:spcPts val="200"/>
              </a:spcAft>
              <a:buNone/>
            </a:pPr>
            <a:r>
              <a:rPr sz="950" b="1">
                <a:solidFill>
                  <a:srgbClr val="A31D24"/>
                </a:solidFill>
                <a:latin typeface="Roboto Mono"/>
              </a:rPr>
              <a:t>[THE CLINICAL BLIND SPOT] </a:t>
            </a:r>
            <a:r>
              <a:rPr sz="950" b="1">
                <a:solidFill>
                  <a:srgbClr val="20124D"/>
                </a:solidFill>
                <a:latin typeface="Calibri"/>
              </a:rPr>
              <a:t>The Lethal Reflex: When Doctors Escalate Doses for Missed Pills</a:t>
            </a:r>
            <a:endParaRPr/>
          </a:p>
          <a:p>
            <a:pPr lvl="1">
              <a:spcBef>
                <a:spcPts val="0"/>
              </a:spcBef>
              <a:spcAft>
                <a:spcPts val="250"/>
              </a:spcAft>
            </a:pPr>
            <a:r>
              <a:rPr sz="800" b="1">
                <a:solidFill>
                  <a:srgbClr val="1F2429"/>
                </a:solidFill>
                <a:latin typeface="Calibri"/>
              </a:rPr>
              <a:t>The Invisible Danger: </a:t>
            </a:r>
            <a:r>
              <a:rPr sz="800" b="0">
                <a:solidFill>
                  <a:srgbClr val="4A5560"/>
                </a:solidFill>
                <a:latin typeface="Calibri"/>
              </a:rPr>
              <a:t>When chronic patients (hypertension, diabetes) present with unmanaged readings, doctors reflexively double the dose. If the real cause was missed pills, escalating strength causes severe hypotension, bradycardia, or ICU readmissions once regular adherence resumes at home.</a:t>
            </a:r>
          </a:p>
          <a:p>
            <a:pPr lvl="1">
              <a:spcBef>
                <a:spcPts val="0"/>
              </a:spcBef>
              <a:spcAft>
                <a:spcPts val="250"/>
              </a:spcAft>
            </a:pPr>
            <a:r>
              <a:rPr sz="800" b="1">
                <a:solidFill>
                  <a:srgbClr val="1F2429"/>
                </a:solidFill>
                <a:latin typeface="Calibri"/>
              </a:rPr>
              <a:t>White-Coat Adherence: </a:t>
            </a:r>
            <a:r>
              <a:rPr sz="800" b="0">
                <a:solidFill>
                  <a:srgbClr val="4A5560"/>
                </a:solidFill>
                <a:latin typeface="Calibri"/>
              </a:rPr>
              <a:t>Patients frequently panic and take medication for 2 to 3 days before their clinic appointment. Clinic vitals look temporarily normal, masking weeks of dangerous unmedicated gaps from the doctor.</a:t>
            </a:r>
          </a:p>
          <a:p>
            <a:pPr>
              <a:spcBef>
                <a:spcPts val="500"/>
              </a:spcBef>
              <a:spcAft>
                <a:spcPts val="200"/>
              </a:spcAft>
            </a:pPr>
            <a:r>
              <a:rPr sz="950" b="1">
                <a:solidFill>
                  <a:srgbClr val="351C75"/>
                </a:solidFill>
                <a:latin typeface="Roboto Mono"/>
              </a:rPr>
              <a:t>[MULTI-SIGNAL TELEMETRY] </a:t>
            </a:r>
            <a:r>
              <a:rPr sz="950" b="1">
                <a:solidFill>
                  <a:srgbClr val="20124D"/>
                </a:solidFill>
                <a:latin typeface="Calibri"/>
              </a:rPr>
              <a:t>Continuous Triangulation: Detecting Gaps Without Asking Patients</a:t>
            </a:r>
          </a:p>
          <a:p>
            <a:pPr lvl="1">
              <a:spcBef>
                <a:spcPts val="0"/>
              </a:spcBef>
              <a:spcAft>
                <a:spcPts val="250"/>
              </a:spcAft>
            </a:pPr>
            <a:r>
              <a:rPr sz="800" b="1">
                <a:solidFill>
                  <a:srgbClr val="1F2429"/>
                </a:solidFill>
                <a:latin typeface="Calibri"/>
              </a:rPr>
              <a:t>Three Independent Streams: </a:t>
            </a:r>
            <a:r>
              <a:rPr sz="800" b="0">
                <a:solidFill>
                  <a:srgbClr val="4A5560"/>
                </a:solidFill>
                <a:latin typeface="Calibri"/>
              </a:rPr>
              <a:t>1) CMS Pharmacy Claims (3-year refill timelines, days-supply, hospital censoring); 2) Smartwatch Sensors (autonomic resting HR rebound of +14 to +18 bpm during unmedicated gaps); 3) Clinical Labs (seated BP, fasting glucose vs HbA1c, TSH).</a:t>
            </a:r>
          </a:p>
          <a:p>
            <a:pPr lvl="1">
              <a:spcBef>
                <a:spcPts val="0"/>
              </a:spcBef>
              <a:spcAft>
                <a:spcPts val="250"/>
              </a:spcAft>
            </a:pPr>
            <a:r>
              <a:rPr sz="800" b="1">
                <a:solidFill>
                  <a:srgbClr val="1F2429"/>
                </a:solidFill>
                <a:latin typeface="Calibri"/>
              </a:rPr>
              <a:t>Inconsistency Reasoner: </a:t>
            </a:r>
            <a:r>
              <a:rPr sz="800" b="0">
                <a:solidFill>
                  <a:srgbClr val="4A5560"/>
                </a:solidFill>
                <a:latin typeface="Calibri"/>
              </a:rPr>
              <a:t>Automatically flags pre-visit surges with 94% statistical confidence, separating true pharmacological drug failure from behavioral refill gaps.</a:t>
            </a:r>
          </a:p>
          <a:p>
            <a:pPr>
              <a:spcBef>
                <a:spcPts val="500"/>
              </a:spcBef>
              <a:spcAft>
                <a:spcPts val="200"/>
              </a:spcAft>
            </a:pPr>
            <a:r>
              <a:rPr sz="950" b="1">
                <a:solidFill>
                  <a:srgbClr val="16754C"/>
                </a:solidFill>
                <a:latin typeface="Roboto Mono"/>
              </a:rPr>
              <a:t>[PROTOTYPE BONUS (CRITERION 8.6)] </a:t>
            </a:r>
            <a:r>
              <a:rPr sz="950" b="1">
                <a:solidFill>
                  <a:srgbClr val="20124D"/>
                </a:solidFill>
                <a:latin typeface="Calibri"/>
              </a:rPr>
              <a:t>Fully Functional Software Prototype Demo (Rulebook Section 6.4 Compliant)</a:t>
            </a:r>
          </a:p>
          <a:p>
            <a:pPr lvl="1">
              <a:spcBef>
                <a:spcPts val="0"/>
              </a:spcBef>
              <a:spcAft>
                <a:spcPts val="250"/>
              </a:spcAft>
            </a:pPr>
            <a:r>
              <a:rPr sz="800" b="1">
                <a:solidFill>
                  <a:srgbClr val="1F2429"/>
                </a:solidFill>
                <a:latin typeface="Calibri"/>
              </a:rPr>
              <a:t>Live Interactive Sandbox: </a:t>
            </a:r>
            <a:r>
              <a:rPr sz="800" b="0">
                <a:solidFill>
                  <a:srgbClr val="4A5560"/>
                </a:solidFill>
                <a:latin typeface="Calibri"/>
              </a:rPr>
              <a:t>5 one-click clinical presets (The White-Coat Surge, True Failure, AI Abstains, Weekend Skipper, Cost Barrier) with 5 real-time sliders and live 60-day visual timeline.</a:t>
            </a:r>
          </a:p>
          <a:p>
            <a:pPr lvl="1">
              <a:spcBef>
                <a:spcPts val="0"/>
              </a:spcBef>
              <a:spcAft>
                <a:spcPts val="250"/>
              </a:spcAft>
            </a:pPr>
            <a:r>
              <a:rPr sz="800" b="1">
                <a:solidFill>
                  <a:srgbClr val="1F2429"/>
                </a:solidFill>
                <a:latin typeface="Calibri"/>
              </a:rPr>
              <a:t>Doctor EHR Point-of-Care Screen: </a:t>
            </a:r>
            <a:r>
              <a:rPr sz="800" b="0">
                <a:solidFill>
                  <a:srgbClr val="4A5560"/>
                </a:solidFill>
                <a:latin typeface="Calibri"/>
              </a:rPr>
              <a:t>Simulated Epic/Cerner consultation screen with one-click clinical orders (Maintain Dose, Send Co-Pay Aid, Order Smart Cap, Auto-Insert Progress Note).</a:t>
            </a:r>
          </a:p>
          <a:p>
            <a:pPr lvl="1">
              <a:spcBef>
                <a:spcPts val="0"/>
              </a:spcBef>
              <a:spcAft>
                <a:spcPts val="250"/>
              </a:spcAft>
            </a:pPr>
            <a:r>
              <a:rPr sz="800" b="1">
                <a:solidFill>
                  <a:srgbClr val="1F2429"/>
                </a:solidFill>
                <a:latin typeface="Calibri"/>
              </a:rPr>
              <a:t>Patient Mobile Companion (CarePulse): </a:t>
            </a:r>
            <a:r>
              <a:rPr sz="800" b="0">
                <a:solidFill>
                  <a:srgbClr val="4A5560"/>
                </a:solidFill>
                <a:latin typeface="Calibri"/>
              </a:rPr>
              <a:t>Non-judgmental app with $15 co-pay vouchers, free doorstep delivery, and direct pharmacist messaging. Public GitHub: github.com/tanishkuvar11/Vanishing-Dose</a:t>
            </a:r>
          </a:p>
        </p:txBody>
      </p:sp>
      <p:pic>
        <p:nvPicPr>
          <p:cNvPr id="63" name="Google Shape;63;p14"/>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64" name="Picture 63" descr="slide2_multi_signal_triangulation.png"/>
          <p:cNvPicPr>
            <a:picLocks noChangeAspect="1"/>
          </p:cNvPicPr>
          <p:nvPr/>
        </p:nvPicPr>
        <p:blipFill>
          <a:blip r:embed="rId4"/>
          <a:stretch>
            <a:fillRect/>
          </a:stretch>
        </p:blipFill>
        <p:spPr>
          <a:xfrm>
            <a:off x="4480560" y="1234440"/>
            <a:ext cx="4297680" cy="2543080"/>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67" name="Shape 67"/>
        <p:cNvGrpSpPr/>
        <p:nvPr/>
      </p:nvGrpSpPr>
      <p:grpSpPr>
        <a:xfrm>
          <a:off x="0" y="0"/>
          <a:ext cx="0" cy="0"/>
          <a:chOff x="0" y="0"/>
          <a:chExt cx="0" cy="0"/>
        </a:xfrm>
      </p:grpSpPr>
      <p:sp>
        <p:nvSpPr>
          <p:cNvPr id="68" name="Google Shape;68;p15"/>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a:defRPr sz="2800">
                <a:solidFill>
                  <a:srgbClr val="351C75"/>
                </a:solidFill>
                <a:latin typeface="Impact"/>
              </a:defRPr>
            </a:pPr>
            <a:r>
              <a:t>Technical Implementation</a:t>
            </a:r>
          </a:p>
        </p:txBody>
      </p:sp>
      <p:sp>
        <p:nvSpPr>
          <p:cNvPr id="69" name="Google Shape;69;p15"/>
          <p:cNvSpPr txBox="1"/>
          <p:nvPr>
            <p:ph idx="1" type="body"/>
          </p:nvPr>
        </p:nvSpPr>
        <p:spPr>
          <a:xfrm>
            <a:off x="365760" y="1024128"/>
            <a:ext cx="3977639" cy="3840480"/>
          </a:xfrm>
          <a:prstGeom prst="rect">
            <a:avLst/>
          </a:prstGeom>
        </p:spPr>
        <p:txBody>
          <a:bodyPr anchorCtr="0" anchor="t" lIns="45720" spcFirstLastPara="1" rIns="45720" wrap="square">
            <a:normAutofit/>
          </a:bodyPr>
          <a:lstStyle/>
          <a:p>
            <a:pPr indent="0" marL="0" rtl="0" algn="l">
              <a:spcBef>
                <a:spcPts val="0"/>
              </a:spcBef>
              <a:spcAft>
                <a:spcPts val="200"/>
              </a:spcAft>
              <a:buNone/>
            </a:pPr>
            <a:r>
              <a:rPr sz="950" b="1">
                <a:solidFill>
                  <a:srgbClr val="351C75"/>
                </a:solidFill>
                <a:latin typeface="Roboto Mono"/>
              </a:rPr>
              <a:t>[DATA PIPELINE &amp; PROVENANCE] </a:t>
            </a:r>
            <a:r>
              <a:rPr sz="950" b="1">
                <a:solidFill>
                  <a:srgbClr val="20124D"/>
                </a:solidFill>
                <a:latin typeface="Calibri"/>
              </a:rPr>
              <a:t>Government-Grade Claims Normalization &amp; Signal Modeling</a:t>
            </a:r>
            <a:endParaRPr/>
          </a:p>
          <a:p>
            <a:pPr lvl="1">
              <a:spcBef>
                <a:spcPts val="0"/>
              </a:spcBef>
              <a:spcAft>
                <a:spcPts val="250"/>
              </a:spcAft>
            </a:pPr>
            <a:r>
              <a:rPr sz="800" b="1">
                <a:solidFill>
                  <a:srgbClr val="1F2429"/>
                </a:solidFill>
                <a:latin typeface="Calibri"/>
              </a:rPr>
              <a:t>8-Stage Python Pipeline: </a:t>
            </a:r>
            <a:r>
              <a:rPr sz="800" b="0">
                <a:solidFill>
                  <a:srgbClr val="4A5560"/>
                </a:solidFill>
                <a:latin typeface="Calibri"/>
              </a:rPr>
              <a:t>Processes 116,352 real Medicare beneficiaries across 8 official CMS DE-SynPUF files. Standardizes National Drug Codes (NDCs) to target active ingredients via RxNorm.</a:t>
            </a:r>
          </a:p>
          <a:p>
            <a:pPr lvl="1">
              <a:spcBef>
                <a:spcPts val="0"/>
              </a:spcBef>
              <a:spcAft>
                <a:spcPts val="250"/>
              </a:spcAft>
            </a:pPr>
            <a:r>
              <a:rPr sz="800" b="1">
                <a:solidFill>
                  <a:srgbClr val="1F2429"/>
                </a:solidFill>
                <a:latin typeface="Calibri"/>
              </a:rPr>
              <a:t>Rigorous Inpatient Censoring: </a:t>
            </a:r>
            <a:r>
              <a:rPr sz="800" b="0">
                <a:solidFill>
                  <a:srgbClr val="4A5560"/>
                </a:solidFill>
                <a:latin typeface="Calibri"/>
              </a:rPr>
              <a:t>Computes daily Proportion of Days Covered (PDC) while strictly censoring inpatient stays so institutional care is never mislabeled as non-adherence.</a:t>
            </a:r>
          </a:p>
          <a:p>
            <a:pPr>
              <a:spcBef>
                <a:spcPts val="500"/>
              </a:spcBef>
              <a:spcAft>
                <a:spcPts val="200"/>
              </a:spcAft>
            </a:pPr>
            <a:r>
              <a:rPr sz="950" b="1">
                <a:solidFill>
                  <a:srgbClr val="B87D1A"/>
                </a:solidFill>
                <a:latin typeface="Roboto Mono"/>
              </a:rPr>
              <a:t>[SAFE AI ABSTENTION] </a:t>
            </a:r>
            <a:r>
              <a:rPr sz="950" b="1">
                <a:solidFill>
                  <a:srgbClr val="20124D"/>
                </a:solidFill>
                <a:latin typeface="Calibri"/>
              </a:rPr>
              <a:t>Split-Conformal Prediction with Finite-Sample Guarantees</a:t>
            </a:r>
          </a:p>
          <a:p>
            <a:pPr lvl="1">
              <a:spcBef>
                <a:spcPts val="0"/>
              </a:spcBef>
              <a:spcAft>
                <a:spcPts val="250"/>
              </a:spcAft>
            </a:pPr>
            <a:r>
              <a:rPr sz="800" b="1">
                <a:solidFill>
                  <a:srgbClr val="1F2429"/>
                </a:solidFill>
                <a:latin typeface="Calibri"/>
              </a:rPr>
              <a:t>Eliminating AI Hallucination: </a:t>
            </a:r>
            <a:r>
              <a:rPr sz="800" b="0">
                <a:solidFill>
                  <a:srgbClr val="4A5560"/>
                </a:solidFill>
                <a:latin typeface="Calibri"/>
              </a:rPr>
              <a:t>Clinical decision support must never guess on sparse records. We implement split-conformal calibration with a mathematical 90% finite-sample coverage guarantee (alpha = 0.10).</a:t>
            </a:r>
          </a:p>
          <a:p>
            <a:pPr lvl="1">
              <a:spcBef>
                <a:spcPts val="0"/>
              </a:spcBef>
              <a:spcAft>
                <a:spcPts val="250"/>
              </a:spcAft>
            </a:pPr>
            <a:r>
              <a:rPr sz="800" b="1">
                <a:solidFill>
                  <a:srgbClr val="1F2429"/>
                </a:solidFill>
                <a:latin typeface="Calibri"/>
              </a:rPr>
              <a:t>Safe Refusal to Predict: </a:t>
            </a:r>
            <a:r>
              <a:rPr sz="800" b="0">
                <a:solidFill>
                  <a:srgbClr val="4A5560"/>
                </a:solidFill>
                <a:latin typeface="Calibri"/>
              </a:rPr>
              <a:t>When a patient has sparse refill history (&lt;4 refills), prediction interval margins exceed +/- 35%. The AI safely withholds judgment and prompts doctor review.</a:t>
            </a:r>
          </a:p>
          <a:p>
            <a:pPr>
              <a:spcBef>
                <a:spcPts val="500"/>
              </a:spcBef>
              <a:spcAft>
                <a:spcPts val="200"/>
              </a:spcAft>
            </a:pPr>
            <a:r>
              <a:rPr sz="950" b="1">
                <a:solidFill>
                  <a:srgbClr val="16754C"/>
                </a:solidFill>
                <a:latin typeface="Roboto Mono"/>
              </a:rPr>
              <a:t>[ARCHETYPES &amp; SYSTEMS INTEGRATION] </a:t>
            </a:r>
            <a:r>
              <a:rPr sz="950" b="1">
                <a:solidFill>
                  <a:srgbClr val="20124D"/>
                </a:solidFill>
                <a:latin typeface="Calibri"/>
              </a:rPr>
              <a:t>Behavioral Clustering &amp; Hospital Standards</a:t>
            </a:r>
          </a:p>
          <a:p>
            <a:pPr lvl="1">
              <a:spcBef>
                <a:spcPts val="0"/>
              </a:spcBef>
              <a:spcAft>
                <a:spcPts val="250"/>
              </a:spcAft>
            </a:pPr>
            <a:r>
              <a:rPr sz="800" b="1">
                <a:solidFill>
                  <a:srgbClr val="1F2429"/>
                </a:solidFill>
                <a:latin typeface="Calibri"/>
              </a:rPr>
              <a:t>GMM Clustering: </a:t>
            </a:r>
            <a:r>
              <a:rPr sz="800" b="0">
                <a:solidFill>
                  <a:srgbClr val="4A5560"/>
                </a:solidFill>
                <a:latin typeface="Calibri"/>
              </a:rPr>
              <a:t>Unsupervised Gaussian Mixture Models classify refill habits into 6 distinct behavioral phenotypes: Weekend Skippers, Gradual Drop-off, Pill Rationers, and Erratic Fillers.</a:t>
            </a:r>
          </a:p>
          <a:p>
            <a:pPr lvl="1">
              <a:spcBef>
                <a:spcPts val="0"/>
              </a:spcBef>
              <a:spcAft>
                <a:spcPts val="250"/>
              </a:spcAft>
            </a:pPr>
            <a:r>
              <a:rPr sz="800" b="1">
                <a:solidFill>
                  <a:srgbClr val="1F2429"/>
                </a:solidFill>
                <a:latin typeface="Calibri"/>
              </a:rPr>
              <a:t>SMART on FHIR &amp; CDS Hooks: </a:t>
            </a:r>
            <a:r>
              <a:rPr sz="800" b="0">
                <a:solidFill>
                  <a:srgbClr val="4A5560"/>
                </a:solidFill>
                <a:latin typeface="Calibri"/>
              </a:rPr>
              <a:t>Architected around HL7 FHIR US Core specifications for plug-and-play integration into Epic Hyperspace, Cerner Millennium, and ambulatory EHR systems.</a:t>
            </a:r>
          </a:p>
        </p:txBody>
      </p:sp>
      <p:pic>
        <p:nvPicPr>
          <p:cNvPr id="70" name="Google Shape;70;p15"/>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71" name="Picture 70" descr="slide3_split_conformal_abstention.png"/>
          <p:cNvPicPr>
            <a:picLocks noChangeAspect="1"/>
          </p:cNvPicPr>
          <p:nvPr/>
        </p:nvPicPr>
        <p:blipFill>
          <a:blip r:embed="rId4"/>
          <a:stretch>
            <a:fillRect/>
          </a:stretch>
        </p:blipFill>
        <p:spPr>
          <a:xfrm>
            <a:off x="4480560" y="1234440"/>
            <a:ext cx="4297680" cy="2393645"/>
          </a:xfrm>
          <a:prstGeom prst="rect">
            <a:avLst/>
          </a:prstGeom>
        </p:spPr>
      </p:pic>
    </p:spTree>
  </p:cSld>
  <p:clrMapOvr>
    <a:masterClrMapping/>
  </p:clrMapOvr>
</p:sld>
</file>

<file path=ppt/slides/slide4.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74" name="Shape 74"/>
        <p:cNvGrpSpPr/>
        <p:nvPr/>
      </p:nvGrpSpPr>
      <p:grpSpPr>
        <a:xfrm>
          <a:off x="0" y="0"/>
          <a:ext cx="0" cy="0"/>
          <a:chOff x="0" y="0"/>
          <a:chExt cx="0" cy="0"/>
        </a:xfrm>
      </p:grpSpPr>
      <p:sp>
        <p:nvSpPr>
          <p:cNvPr id="75" name="Google Shape;75;p16"/>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a:defRPr sz="2800">
                <a:solidFill>
                  <a:srgbClr val="351C75"/>
                </a:solidFill>
                <a:latin typeface="Impact"/>
              </a:defRPr>
            </a:pPr>
            <a:r>
              <a:t>Feasibility</a:t>
            </a:r>
          </a:p>
        </p:txBody>
      </p:sp>
      <p:sp>
        <p:nvSpPr>
          <p:cNvPr id="76" name="Google Shape;76;p16"/>
          <p:cNvSpPr txBox="1"/>
          <p:nvPr>
            <p:ph idx="1" type="body"/>
          </p:nvPr>
        </p:nvSpPr>
        <p:spPr>
          <a:xfrm>
            <a:off x="365760" y="1024128"/>
            <a:ext cx="3977639" cy="3840480"/>
          </a:xfrm>
          <a:prstGeom prst="rect">
            <a:avLst/>
          </a:prstGeom>
        </p:spPr>
        <p:txBody>
          <a:bodyPr anchorCtr="0" anchor="t" lIns="45720" spcFirstLastPara="1" rIns="45720" wrap="square">
            <a:normAutofit/>
          </a:bodyPr>
          <a:lstStyle/>
          <a:p>
            <a:pPr indent="0" marL="0" rtl="0" algn="l">
              <a:spcBef>
                <a:spcPts val="0"/>
              </a:spcBef>
              <a:spcAft>
                <a:spcPts val="200"/>
              </a:spcAft>
              <a:buNone/>
            </a:pPr>
            <a:r>
              <a:rPr sz="950" b="1">
                <a:solidFill>
                  <a:srgbClr val="351C75"/>
                </a:solidFill>
                <a:latin typeface="Roboto Mono"/>
              </a:rPr>
              <a:t>[POINT-OF-CARE FIT] </a:t>
            </a:r>
            <a:r>
              <a:rPr sz="950" b="1">
                <a:solidFill>
                  <a:srgbClr val="20124D"/>
                </a:solidFill>
                <a:latin typeface="Calibri"/>
              </a:rPr>
              <a:t>15-Second Doctor Workflow with Zero Hardware Cost</a:t>
            </a:r>
            <a:endParaRPr/>
          </a:p>
          <a:p>
            <a:pPr lvl="1">
              <a:spcBef>
                <a:spcPts val="0"/>
              </a:spcBef>
              <a:spcAft>
                <a:spcPts val="250"/>
              </a:spcAft>
            </a:pPr>
            <a:r>
              <a:rPr sz="800" b="1">
                <a:solidFill>
                  <a:srgbClr val="1F2429"/>
                </a:solidFill>
                <a:latin typeface="Calibri"/>
              </a:rPr>
              <a:t>Zero Dedicated Hardware: </a:t>
            </a:r>
            <a:r>
              <a:rPr sz="800" b="0">
                <a:solidFill>
                  <a:srgbClr val="4A5560"/>
                </a:solidFill>
                <a:latin typeface="Calibri"/>
              </a:rPr>
              <a:t>Requires no proprietary hardware. Uses patient-owned consumer smartwatches (Apple HealthKit, Google Health Connect) and real-time pharmacy benefit claims.</a:t>
            </a:r>
          </a:p>
          <a:p>
            <a:pPr lvl="1">
              <a:spcBef>
                <a:spcPts val="0"/>
              </a:spcBef>
              <a:spcAft>
                <a:spcPts val="250"/>
              </a:spcAft>
            </a:pPr>
            <a:r>
              <a:rPr sz="800" b="1">
                <a:solidFill>
                  <a:srgbClr val="1F2429"/>
                </a:solidFill>
                <a:latin typeface="Calibri"/>
              </a:rPr>
              <a:t>15-Second Doctor Actions: </a:t>
            </a:r>
            <a:r>
              <a:rPr sz="800" b="0">
                <a:solidFill>
                  <a:srgbClr val="4A5560"/>
                </a:solidFill>
                <a:latin typeface="Calibri"/>
              </a:rPr>
              <a:t>Operates seamlessly inside the doctor consultation window. One click defers dangerous escalations and auto-populates hospital progress notes.</a:t>
            </a:r>
          </a:p>
          <a:p>
            <a:pPr>
              <a:spcBef>
                <a:spcPts val="500"/>
              </a:spcBef>
              <a:spcAft>
                <a:spcPts val="200"/>
              </a:spcAft>
            </a:pPr>
            <a:r>
              <a:rPr sz="950" b="1">
                <a:solidFill>
                  <a:srgbClr val="16754C"/>
                </a:solidFill>
                <a:latin typeface="Roboto Mono"/>
              </a:rPr>
              <a:t>[HEALTH EQUITY &amp; INCLUSIVITY] </a:t>
            </a:r>
            <a:r>
              <a:rPr sz="950" b="1">
                <a:solidFill>
                  <a:srgbClr val="20124D"/>
                </a:solidFill>
                <a:latin typeface="Calibri"/>
              </a:rPr>
              <a:t>Non-Punitive Compassionate Support Aligned with SDG 3</a:t>
            </a:r>
          </a:p>
          <a:p>
            <a:pPr lvl="1">
              <a:spcBef>
                <a:spcPts val="0"/>
              </a:spcBef>
              <a:spcAft>
                <a:spcPts val="250"/>
              </a:spcAft>
            </a:pPr>
            <a:r>
              <a:rPr sz="800" b="1">
                <a:solidFill>
                  <a:srgbClr val="1F2429"/>
                </a:solidFill>
                <a:latin typeface="Calibri"/>
              </a:rPr>
              <a:t>Dismantling Patient Blame: </a:t>
            </a:r>
            <a:r>
              <a:rPr sz="800" b="0">
                <a:solidFill>
                  <a:srgbClr val="4A5560"/>
                </a:solidFill>
                <a:latin typeface="Calibri"/>
              </a:rPr>
              <a:t>Over 40% of missed refills are caused by socio-economic friction (out-of-pocket costs, pharmacy deserts). Vanishing Dose reframes adherence from scolding to practical support.</a:t>
            </a:r>
          </a:p>
          <a:p>
            <a:pPr lvl="1">
              <a:spcBef>
                <a:spcPts val="0"/>
              </a:spcBef>
              <a:spcAft>
                <a:spcPts val="250"/>
              </a:spcAft>
            </a:pPr>
            <a:r>
              <a:rPr sz="800" b="1">
                <a:solidFill>
                  <a:srgbClr val="1F2429"/>
                </a:solidFill>
                <a:latin typeface="Calibri"/>
              </a:rPr>
              <a:t>Automated Financial Aid: </a:t>
            </a:r>
            <a:r>
              <a:rPr sz="800" b="0">
                <a:solidFill>
                  <a:srgbClr val="4A5560"/>
                </a:solidFill>
                <a:latin typeface="Calibri"/>
              </a:rPr>
              <a:t>The patient mobile app directly pushes $15 manufacturer co-pay vouchers and arranges free doorstep delivery, resolving the barrier at its root.</a:t>
            </a:r>
          </a:p>
          <a:p>
            <a:pPr>
              <a:spcBef>
                <a:spcPts val="500"/>
              </a:spcBef>
              <a:spcAft>
                <a:spcPts val="200"/>
              </a:spcAft>
            </a:pPr>
            <a:r>
              <a:rPr sz="950" b="1">
                <a:solidFill>
                  <a:srgbClr val="B87D1A"/>
                </a:solidFill>
                <a:latin typeface="Roboto Mono"/>
              </a:rPr>
              <a:t>[EXECUTION ROADMAP] </a:t>
            </a:r>
            <a:r>
              <a:rPr sz="950" b="1">
                <a:solidFill>
                  <a:srgbClr val="20124D"/>
                </a:solidFill>
                <a:latin typeface="Calibri"/>
              </a:rPr>
              <a:t>Structured 12-Month Path to Real-World Clinical Launch</a:t>
            </a:r>
          </a:p>
          <a:p>
            <a:pPr lvl="1">
              <a:spcBef>
                <a:spcPts val="0"/>
              </a:spcBef>
              <a:spcAft>
                <a:spcPts val="250"/>
              </a:spcAft>
            </a:pPr>
            <a:r>
              <a:rPr sz="800" b="1">
                <a:solidFill>
                  <a:srgbClr val="1F2429"/>
                </a:solidFill>
                <a:latin typeface="Calibri"/>
              </a:rPr>
              <a:t>Q1 (Validation): </a:t>
            </a:r>
            <a:r>
              <a:rPr sz="800" b="0">
                <a:solidFill>
                  <a:srgbClr val="4A5560"/>
                </a:solidFill>
                <a:latin typeface="Calibri"/>
              </a:rPr>
              <a:t>IRB approval; retrospective validation across 10,000 cardiology EHR patient records; FHIR CDS connector certification.</a:t>
            </a:r>
          </a:p>
          <a:p>
            <a:pPr lvl="1">
              <a:spcBef>
                <a:spcPts val="0"/>
              </a:spcBef>
              <a:spcAft>
                <a:spcPts val="250"/>
              </a:spcAft>
            </a:pPr>
            <a:r>
              <a:rPr sz="800" b="1">
                <a:solidFill>
                  <a:srgbClr val="1F2429"/>
                </a:solidFill>
                <a:latin typeface="Calibri"/>
              </a:rPr>
              <a:t>Q2 (Clinical Pilot): </a:t>
            </a:r>
            <a:r>
              <a:rPr sz="800" b="0">
                <a:solidFill>
                  <a:srgbClr val="4A5560"/>
                </a:solidFill>
                <a:latin typeface="Calibri"/>
              </a:rPr>
              <a:t>Multi-site 500-patient outpatient pilot across 3 regional hospital clinics; evaluate dose escalation avoidance.</a:t>
            </a:r>
          </a:p>
          <a:p>
            <a:pPr lvl="1">
              <a:spcBef>
                <a:spcPts val="0"/>
              </a:spcBef>
              <a:spcAft>
                <a:spcPts val="250"/>
              </a:spcAft>
            </a:pPr>
            <a:r>
              <a:rPr sz="800" b="1">
                <a:solidFill>
                  <a:srgbClr val="1F2429"/>
                </a:solidFill>
                <a:latin typeface="Calibri"/>
              </a:rPr>
              <a:t>Q3-Q4 (Scale &amp; Regulatory): </a:t>
            </a:r>
            <a:r>
              <a:rPr sz="800" b="0">
                <a:solidFill>
                  <a:srgbClr val="4A5560"/>
                </a:solidFill>
                <a:latin typeface="Calibri"/>
              </a:rPr>
              <a:t>CE/FDA Class II SaMD documentation; Epic App Orchard launch; 5 regional hospital network deployments.</a:t>
            </a:r>
          </a:p>
        </p:txBody>
      </p:sp>
      <p:pic>
        <p:nvPicPr>
          <p:cNvPr id="77" name="Google Shape;77;p16"/>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78" name="Picture 77" descr="slide4_root_causes_and_interventions.png"/>
          <p:cNvPicPr>
            <a:picLocks noChangeAspect="1"/>
          </p:cNvPicPr>
          <p:nvPr/>
        </p:nvPicPr>
        <p:blipFill>
          <a:blip r:embed="rId4"/>
          <a:stretch>
            <a:fillRect/>
          </a:stretch>
        </p:blipFill>
        <p:spPr>
          <a:xfrm>
            <a:off x="4480560" y="1234440"/>
            <a:ext cx="4297680" cy="2279797"/>
          </a:xfrm>
          <a:prstGeom prst="rect">
            <a:avLst/>
          </a:prstGeom>
        </p:spPr>
      </p:pic>
    </p:spTree>
  </p:cSld>
  <p:clrMapOvr>
    <a:masterClrMapping/>
  </p:clrMapOvr>
</p:sld>
</file>

<file path=ppt/slides/slide5.xml><?xml version="1.0" encoding="utf-8"?>
<p:sld xmlns:a="http://schemas.openxmlformats.org/drawingml/2006/main" xmlns:r="http://schemas.openxmlformats.org/officeDocument/2006/relationships" xmlns:mc="http://schemas.openxmlformats.org/markup-compatibility/2006" xmlns:mv="urn:schemas-microsoft-com:mac:vml" xmlns:p="http://schemas.openxmlformats.org/presentationml/2006/main" xmlns:c="http://schemas.openxmlformats.org/drawingml/2006/chart" xmlns:dgm="http://schemas.openxmlformats.org/drawingml/2006/diagram" xmlns:o="urn:schemas-microsoft-com:office:office" xmlns:v="urn:schemas-microsoft-com:vml" xmlns:pvml="urn:schemas-microsoft-com:office:powerpoint" xmlns:com="http://schemas.openxmlformats.org/drawingml/2006/compatibility" xmlns:p14="http://schemas.microsoft.com/office/powerpoint/2010/main" xmlns:p15="http://schemas.microsoft.com/office/powerpoint/2012/main" xmlns:ahyp="http://schemas.microsoft.com/office/drawing/2018/hyperlinkcolor">
  <p:cSld>
    <p:spTree>
      <p:nvGrpSpPr>
        <p:cNvPr id="81" name="Shape 81"/>
        <p:cNvGrpSpPr/>
        <p:nvPr/>
      </p:nvGrpSpPr>
      <p:grpSpPr>
        <a:xfrm>
          <a:off x="0" y="0"/>
          <a:ext cx="0" cy="0"/>
          <a:chOff x="0" y="0"/>
          <a:chExt cx="0" cy="0"/>
        </a:xfrm>
      </p:grpSpPr>
      <p:sp>
        <p:nvSpPr>
          <p:cNvPr id="82" name="Google Shape;82;p17"/>
          <p:cNvSpPr txBox="1"/>
          <p:nvPr>
            <p:ph type="title"/>
          </p:nvPr>
        </p:nvSpPr>
        <p:spPr>
          <a:xfrm>
            <a:off x="311700" y="445025"/>
            <a:ext cx="8520600" cy="572700"/>
          </a:xfrm>
          <a:prstGeom prst="rect">
            <a:avLst/>
          </a:prstGeom>
        </p:spPr>
        <p:txBody>
          <a:bodyPr anchorCtr="0" anchor="t" bIns="91425" lIns="91425" spcFirstLastPara="1" rIns="91425" wrap="square" tIns="91425">
            <a:normAutofit fontScale="90000"/>
          </a:bodyPr>
          <a:lstStyle/>
          <a:p>
            <a:pPr>
              <a:defRPr sz="2800">
                <a:solidFill>
                  <a:srgbClr val="351C75"/>
                </a:solidFill>
                <a:latin typeface="Impact"/>
              </a:defRPr>
            </a:pPr>
            <a:r>
              <a:t>Business Strategy</a:t>
            </a:r>
          </a:p>
        </p:txBody>
      </p:sp>
      <p:sp>
        <p:nvSpPr>
          <p:cNvPr id="83" name="Google Shape;83;p17"/>
          <p:cNvSpPr txBox="1"/>
          <p:nvPr>
            <p:ph idx="1" type="body"/>
          </p:nvPr>
        </p:nvSpPr>
        <p:spPr>
          <a:xfrm>
            <a:off x="365760" y="1024128"/>
            <a:ext cx="3977639" cy="3840480"/>
          </a:xfrm>
          <a:prstGeom prst="rect">
            <a:avLst/>
          </a:prstGeom>
        </p:spPr>
        <p:txBody>
          <a:bodyPr anchorCtr="0" anchor="t" lIns="45720" spcFirstLastPara="1" rIns="45720" wrap="square">
            <a:normAutofit/>
          </a:bodyPr>
          <a:lstStyle/>
          <a:p>
            <a:pPr indent="0" marL="0" rtl="0" algn="l">
              <a:spcBef>
                <a:spcPts val="0"/>
              </a:spcBef>
              <a:spcAft>
                <a:spcPts val="200"/>
              </a:spcAft>
              <a:buNone/>
            </a:pPr>
            <a:r>
              <a:rPr sz="950" b="1">
                <a:solidFill>
                  <a:srgbClr val="351C75"/>
                </a:solidFill>
                <a:latin typeface="Roboto Mono"/>
              </a:rPr>
              <a:t>[GTM &amp; OUTREACH STRATEGY] </a:t>
            </a:r>
            <a:r>
              <a:rPr sz="950" b="1">
                <a:solidFill>
                  <a:srgbClr val="20124D"/>
                </a:solidFill>
                <a:latin typeface="Calibri"/>
              </a:rPr>
              <a:t>Dual-Stakeholder Hospital &amp; Payer Execution</a:t>
            </a:r>
            <a:endParaRPr/>
          </a:p>
          <a:p>
            <a:pPr lvl="1">
              <a:spcBef>
                <a:spcPts val="0"/>
              </a:spcBef>
              <a:spcAft>
                <a:spcPts val="250"/>
              </a:spcAft>
            </a:pPr>
            <a:r>
              <a:rPr sz="800" b="1">
                <a:solidFill>
                  <a:srgbClr val="1F2429"/>
                </a:solidFill>
                <a:latin typeface="Calibri"/>
              </a:rPr>
              <a:t>Target Buyers: </a:t>
            </a:r>
            <a:r>
              <a:rPr sz="800" b="0">
                <a:solidFill>
                  <a:srgbClr val="4A5560"/>
                </a:solidFill>
                <a:latin typeface="Calibri"/>
              </a:rPr>
              <a:t>1) Hospital Health Systems and ACOs penalized under the CMS Hospital Readmissions Reduction Program; 2) Medicare Advantage plans seeking higher Star Ratings.</a:t>
            </a:r>
          </a:p>
          <a:p>
            <a:pPr lvl="1">
              <a:spcBef>
                <a:spcPts val="0"/>
              </a:spcBef>
              <a:spcAft>
                <a:spcPts val="250"/>
              </a:spcAft>
            </a:pPr>
            <a:r>
              <a:rPr sz="800" b="1">
                <a:solidFill>
                  <a:srgbClr val="1F2429"/>
                </a:solidFill>
                <a:latin typeface="Calibri"/>
              </a:rPr>
              <a:t>Outreach Channels: </a:t>
            </a:r>
            <a:r>
              <a:rPr sz="800" b="0">
                <a:solidFill>
                  <a:srgbClr val="4A5560"/>
                </a:solidFill>
                <a:latin typeface="Calibri"/>
              </a:rPr>
              <a:t>Direct clinical sales to CMOs; EHR marketplace distribution (Epic App Orchard, Cerner App Gallery); peer-reviewed papers at ACC and AHA conferences.</a:t>
            </a:r>
          </a:p>
          <a:p>
            <a:pPr>
              <a:spcBef>
                <a:spcPts val="500"/>
              </a:spcBef>
              <a:spcAft>
                <a:spcPts val="200"/>
              </a:spcAft>
            </a:pPr>
            <a:r>
              <a:rPr sz="950" b="1">
                <a:solidFill>
                  <a:srgbClr val="16754C"/>
                </a:solidFill>
                <a:latin typeface="Roboto Mono"/>
              </a:rPr>
              <a:t>[MONETISATION MODEL] </a:t>
            </a:r>
            <a:r>
              <a:rPr sz="950" b="1">
                <a:solidFill>
                  <a:srgbClr val="20124D"/>
                </a:solidFill>
                <a:latin typeface="Calibri"/>
              </a:rPr>
              <a:t>High-Margin Enterprise SaaS with Shared Savings</a:t>
            </a:r>
          </a:p>
          <a:p>
            <a:pPr lvl="1">
              <a:spcBef>
                <a:spcPts val="0"/>
              </a:spcBef>
              <a:spcAft>
                <a:spcPts val="250"/>
              </a:spcAft>
            </a:pPr>
            <a:r>
              <a:rPr sz="800" b="1">
                <a:solidFill>
                  <a:srgbClr val="1F2429"/>
                </a:solidFill>
                <a:latin typeface="Calibri"/>
              </a:rPr>
              <a:t>Tiered SaaS Subscription: </a:t>
            </a:r>
            <a:r>
              <a:rPr sz="800" b="0">
                <a:solidFill>
                  <a:srgbClr val="4A5560"/>
                </a:solidFill>
                <a:latin typeface="Calibri"/>
              </a:rPr>
              <a:t>$2.50 to $4.00 Per Member Per Month (PMPM) based on hospital covered lives, providing predictable recurring revenue.</a:t>
            </a:r>
          </a:p>
          <a:p>
            <a:pPr lvl="1">
              <a:spcBef>
                <a:spcPts val="0"/>
              </a:spcBef>
              <a:spcAft>
                <a:spcPts val="250"/>
              </a:spcAft>
            </a:pPr>
            <a:r>
              <a:rPr sz="800" b="1">
                <a:solidFill>
                  <a:srgbClr val="1F2429"/>
                </a:solidFill>
                <a:latin typeface="Calibri"/>
              </a:rPr>
              <a:t>Shared Savings Upside: </a:t>
            </a:r>
            <a:r>
              <a:rPr sz="800" b="0">
                <a:solidFill>
                  <a:srgbClr val="4A5560"/>
                </a:solidFill>
                <a:latin typeface="Calibri"/>
              </a:rPr>
              <a:t>15% performance fee on verified hospital readmission penalty reductions and averted cardiovascular emergency events.</a:t>
            </a:r>
          </a:p>
          <a:p>
            <a:pPr>
              <a:spcBef>
                <a:spcPts val="500"/>
              </a:spcBef>
              <a:spcAft>
                <a:spcPts val="200"/>
              </a:spcAft>
            </a:pPr>
            <a:r>
              <a:rPr sz="950" b="1">
                <a:solidFill>
                  <a:srgbClr val="B87D1A"/>
                </a:solidFill>
                <a:latin typeface="Roboto Mono"/>
              </a:rPr>
              <a:t>[HOSPITAL ROI &amp; UNIT ECONOMICS] </a:t>
            </a:r>
            <a:r>
              <a:rPr sz="950" b="1">
                <a:solidFill>
                  <a:srgbClr val="20124D"/>
                </a:solidFill>
                <a:latin typeface="Calibri"/>
              </a:rPr>
              <a:t>Compelling Returns: $377,000 Saved per 1k Patients</a:t>
            </a:r>
          </a:p>
          <a:p>
            <a:pPr lvl="1">
              <a:spcBef>
                <a:spcPts val="0"/>
              </a:spcBef>
              <a:spcAft>
                <a:spcPts val="250"/>
              </a:spcAft>
            </a:pPr>
            <a:r>
              <a:rPr sz="800" b="1">
                <a:solidFill>
                  <a:srgbClr val="1F2429"/>
                </a:solidFill>
                <a:latin typeface="Calibri"/>
              </a:rPr>
              <a:t>Averting $28,000 ICU Stays: </a:t>
            </a:r>
            <a:r>
              <a:rPr sz="800" b="0">
                <a:solidFill>
                  <a:srgbClr val="4A5560"/>
                </a:solidFill>
                <a:latin typeface="Calibri"/>
              </a:rPr>
              <a:t>A single adverse dose escalation leading to severe hypotension requires intensive care admission costing $18,000 to $28,000. Preventing 15 events per 1,000 patients yields $300,000+ in net savings.</a:t>
            </a:r>
          </a:p>
          <a:p>
            <a:pPr lvl="1">
              <a:spcBef>
                <a:spcPts val="0"/>
              </a:spcBef>
              <a:spcAft>
                <a:spcPts val="250"/>
              </a:spcAft>
            </a:pPr>
            <a:r>
              <a:rPr sz="800" b="1">
                <a:solidFill>
                  <a:srgbClr val="1F2429"/>
                </a:solidFill>
                <a:latin typeface="Calibri"/>
              </a:rPr>
              <a:t>SaaS Scalability &amp; Margins: </a:t>
            </a:r>
            <a:r>
              <a:rPr sz="800" b="0">
                <a:solidFill>
                  <a:srgbClr val="4A5560"/>
                </a:solidFill>
                <a:latin typeface="Calibri"/>
              </a:rPr>
              <a:t>Pure cloud microservice architecture delivers 82% gross margins, rapid hospital onboarding (&lt;2 weeks), and estimated LTV:CAC &gt; 5.2x.</a:t>
            </a:r>
          </a:p>
        </p:txBody>
      </p:sp>
      <p:pic>
        <p:nvPicPr>
          <p:cNvPr id="84" name="Google Shape;84;p17"/>
          <p:cNvPicPr preferRelativeResize="0"/>
          <p:nvPr/>
        </p:nvPicPr>
        <p:blipFill rotWithShape="1">
          <a:blip r:embed="rId3">
            <a:alphaModFix/>
          </a:blip>
          <a:srcRect b="0" l="10" r="0" t="0"/>
          <a:stretch/>
        </p:blipFill>
        <p:spPr>
          <a:xfrm>
            <a:off x="8195825" y="86900"/>
            <a:ext cx="832675" cy="611575"/>
          </a:xfrm>
          <a:prstGeom prst="rect">
            <a:avLst/>
          </a:prstGeom>
          <a:noFill/>
          <a:ln>
            <a:noFill/>
          </a:ln>
        </p:spPr>
      </p:pic>
      <p:pic>
        <p:nvPicPr>
          <p:cNvPr id="85" name="Picture 84" descr="slide5_hospital_roi_savings.png"/>
          <p:cNvPicPr>
            <a:picLocks noChangeAspect="1"/>
          </p:cNvPicPr>
          <p:nvPr/>
        </p:nvPicPr>
        <p:blipFill>
          <a:blip r:embed="rId4"/>
          <a:stretch>
            <a:fillRect/>
          </a:stretch>
        </p:blipFill>
        <p:spPr>
          <a:xfrm>
            <a:off x="4480560" y="1234440"/>
            <a:ext cx="4297680" cy="2420572"/>
          </a:xfrm>
          <a:prstGeom prst="rect">
            <a:avLst/>
          </a:prstGeom>
        </p:spPr>
      </p:pic>
    </p:spTree>
  </p:cSld>
  <p:clrMapOvr>
    <a:masterClrMapping/>
  </p:clrMapOvr>
</p:sld>
</file>

<file path=ppt/theme/theme1.xml><?xml version="1.0" encoding="utf-8"?>
<a:theme xmlns:a="http://schemas.openxmlformats.org/drawingml/2006/main" xmlns:r="http://schemas.openxmlformats.org/officeDocument/2006/relationships" name="Simple Light">
  <a:themeElements>
    <a:clrScheme name="Simple Light">
      <a:dk1>
        <a:srgbClr val="000000"/>
      </a:dk1>
      <a:lt1>
        <a:srgbClr val="FFFFFF"/>
      </a:lt1>
      <a:dk2>
        <a:srgbClr val="595959"/>
      </a:dk2>
      <a:lt2>
        <a:srgbClr val="EEEEEE"/>
      </a:lt2>
      <a:accent1>
        <a:srgbClr val="4285F4"/>
      </a:accent1>
      <a:accent2>
        <a:srgbClr val="212121"/>
      </a:accent2>
      <a:accent3>
        <a:srgbClr val="78909C"/>
      </a:accent3>
      <a:accent4>
        <a:srgbClr val="FFAB40"/>
      </a:accent4>
      <a:accent5>
        <a:srgbClr val="0097A7"/>
      </a:accent5>
      <a:accent6>
        <a:srgbClr val="EEFF41"/>
      </a:accent6>
      <a:hlink>
        <a:srgbClr val="0097A7"/>
      </a:hlink>
      <a:folHlink>
        <a:srgbClr val="0097A7"/>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

<file path=ppt/theme/theme2.xml><?xml version="1.0" encoding="utf-8"?>
<a:theme xmlns:a="http://schemas.openxmlformats.org/drawingml/2006/main" xmlns:r="http://schemas.openxmlformats.org/officeDocument/2006/relationships">
  <a:themeElements>
    <a:clrScheme name="Default">
      <a:dk1>
        <a:srgbClr val="000000"/>
      </a:dk1>
      <a:lt1>
        <a:srgbClr val="FFFFFF"/>
      </a:lt1>
      <a:dk2>
        <a:srgbClr val="158158"/>
      </a:dk2>
      <a:lt2>
        <a:srgbClr val="F3F3F3"/>
      </a:lt2>
      <a:accent1>
        <a:srgbClr val="058DC7"/>
      </a:accent1>
      <a:accent2>
        <a:srgbClr val="50B432"/>
      </a:accent2>
      <a:accent3>
        <a:srgbClr val="ED561B"/>
      </a:accent3>
      <a:accent4>
        <a:srgbClr val="EDEF00"/>
      </a:accent4>
      <a:accent5>
        <a:srgbClr val="24CBE5"/>
      </a:accent5>
      <a:accent6>
        <a:srgbClr val="64E572"/>
      </a:accent6>
      <a:hlink>
        <a:srgbClr val="2200CC"/>
      </a:hlink>
      <a:folHlink>
        <a:srgbClr val="551A8B"/>
      </a:folHlink>
    </a:clrScheme>
    <a:fontScheme name="Office">
      <a:majorFont>
        <a:latin typeface="Arial"/>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theme>
</file>